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7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F93024-BB01-41D1-A9EF-4C3D625ACA61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A8AB926-A1FA-4A2C-A007-E9EB1909798A}">
      <dgm:prSet phldrT="[Текст]" phldr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ru-RU" dirty="0"/>
        </a:p>
      </dgm:t>
    </dgm:pt>
    <dgm:pt modelId="{9EA7E1FB-CB9C-4D21-A95C-88FE868B78A9}" type="parTrans" cxnId="{70A1411A-1B09-4A10-A31B-3E390C71D812}">
      <dgm:prSet/>
      <dgm:spPr/>
      <dgm:t>
        <a:bodyPr/>
        <a:lstStyle/>
        <a:p>
          <a:endParaRPr lang="ru-RU"/>
        </a:p>
      </dgm:t>
    </dgm:pt>
    <dgm:pt modelId="{7D2E5EF4-4583-44BD-8C53-ADBC371CDF9F}" type="sibTrans" cxnId="{70A1411A-1B09-4A10-A31B-3E390C71D812}">
      <dgm:prSet/>
      <dgm:spPr/>
      <dgm:t>
        <a:bodyPr/>
        <a:lstStyle/>
        <a:p>
          <a:endParaRPr lang="ru-RU"/>
        </a:p>
      </dgm:t>
    </dgm:pt>
    <dgm:pt modelId="{8EDEB28D-74EC-4EC1-BEF0-3A9A9B73B458}">
      <dgm:prSet phldrT="[Текст]" custT="1"/>
      <dgm:spPr/>
      <dgm:t>
        <a:bodyPr/>
        <a:lstStyle/>
        <a:p>
          <a:r>
            <a:rPr lang="uk-UA" sz="16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Розвивальне навчання за науково-педагогічним проектом «Росток» (експериментальний майданчик регіонального рівня)</a:t>
          </a:r>
          <a:endParaRPr lang="ru-RU" sz="1600" b="1" dirty="0"/>
        </a:p>
      </dgm:t>
    </dgm:pt>
    <dgm:pt modelId="{03E4F493-36F2-4DBF-816E-8EBC47F45F48}" type="parTrans" cxnId="{807BC7E9-73CA-40B5-8FA3-6EF86D0B0339}">
      <dgm:prSet/>
      <dgm:spPr/>
      <dgm:t>
        <a:bodyPr/>
        <a:lstStyle/>
        <a:p>
          <a:endParaRPr lang="ru-RU"/>
        </a:p>
      </dgm:t>
    </dgm:pt>
    <dgm:pt modelId="{A0ACB4E8-BA9E-4781-935B-99B025156180}" type="sibTrans" cxnId="{807BC7E9-73CA-40B5-8FA3-6EF86D0B0339}">
      <dgm:prSet/>
      <dgm:spPr/>
      <dgm:t>
        <a:bodyPr/>
        <a:lstStyle/>
        <a:p>
          <a:endParaRPr lang="ru-RU"/>
        </a:p>
      </dgm:t>
    </dgm:pt>
    <dgm:pt modelId="{53364664-F5DC-43DE-9A82-3BD391DE7E31}">
      <dgm:prSet phldrT="[Текст]" phldr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ru-RU" dirty="0"/>
        </a:p>
      </dgm:t>
    </dgm:pt>
    <dgm:pt modelId="{132D6A47-D1D1-482A-8101-BC83AF62F4CC}" type="parTrans" cxnId="{C144DF19-B017-4841-ACDA-7DE7B97CDDAA}">
      <dgm:prSet/>
      <dgm:spPr/>
      <dgm:t>
        <a:bodyPr/>
        <a:lstStyle/>
        <a:p>
          <a:endParaRPr lang="ru-RU"/>
        </a:p>
      </dgm:t>
    </dgm:pt>
    <dgm:pt modelId="{72995304-FECC-4AE9-B90A-96F049BAD663}" type="sibTrans" cxnId="{C144DF19-B017-4841-ACDA-7DE7B97CDDAA}">
      <dgm:prSet/>
      <dgm:spPr/>
      <dgm:t>
        <a:bodyPr/>
        <a:lstStyle/>
        <a:p>
          <a:endParaRPr lang="ru-RU"/>
        </a:p>
      </dgm:t>
    </dgm:pt>
    <dgm:pt modelId="{918D8731-E33D-4A69-BC47-A1CF0DC48B28}">
      <dgm:prSet phldrT="[Текст]" phldr="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ru-RU" b="1" dirty="0"/>
        </a:p>
      </dgm:t>
    </dgm:pt>
    <dgm:pt modelId="{1C52E1A6-C904-4929-8B9D-68071E434DD6}" type="parTrans" cxnId="{A3F2C5B4-AB2C-4449-B3C9-D42B5343884E}">
      <dgm:prSet/>
      <dgm:spPr/>
      <dgm:t>
        <a:bodyPr/>
        <a:lstStyle/>
        <a:p>
          <a:endParaRPr lang="ru-RU"/>
        </a:p>
      </dgm:t>
    </dgm:pt>
    <dgm:pt modelId="{54F29D6E-958A-4379-9D65-E175DA95A1A6}" type="sibTrans" cxnId="{A3F2C5B4-AB2C-4449-B3C9-D42B5343884E}">
      <dgm:prSet/>
      <dgm:spPr/>
      <dgm:t>
        <a:bodyPr/>
        <a:lstStyle/>
        <a:p>
          <a:endParaRPr lang="ru-RU"/>
        </a:p>
      </dgm:t>
    </dgm:pt>
    <dgm:pt modelId="{EF4BE71E-FB67-45ED-90DD-8729CBEF9E25}">
      <dgm:prSet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ru-RU" dirty="0"/>
        </a:p>
      </dgm:t>
    </dgm:pt>
    <dgm:pt modelId="{1575DE75-F528-453E-A560-BFB15BA78DF4}" type="parTrans" cxnId="{141D7E27-00CC-4BFA-88AB-20B889AC8A23}">
      <dgm:prSet/>
      <dgm:spPr/>
      <dgm:t>
        <a:bodyPr/>
        <a:lstStyle/>
        <a:p>
          <a:endParaRPr lang="ru-RU"/>
        </a:p>
      </dgm:t>
    </dgm:pt>
    <dgm:pt modelId="{FA1C471B-19A2-4792-A25D-711067AAC309}" type="sibTrans" cxnId="{141D7E27-00CC-4BFA-88AB-20B889AC8A23}">
      <dgm:prSet/>
      <dgm:spPr/>
      <dgm:t>
        <a:bodyPr/>
        <a:lstStyle/>
        <a:p>
          <a:endParaRPr lang="ru-RU"/>
        </a:p>
      </dgm:t>
    </dgm:pt>
    <dgm:pt modelId="{8071248E-98FD-427B-B6ED-5E4B12E3049B}">
      <dgm:prSet custT="1"/>
      <dgm:spPr/>
      <dgm:t>
        <a:bodyPr/>
        <a:lstStyle/>
        <a:p>
          <a:r>
            <a:rPr lang="uk-UA" sz="16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Міжнародний інноваційний проект гармонійного розвитку дитини</a:t>
          </a:r>
        </a:p>
      </dgm:t>
    </dgm:pt>
    <dgm:pt modelId="{5F575236-39DA-40EC-86B2-FC5692AF4BB4}" type="parTrans" cxnId="{96B07CBF-42A5-40C8-A5F4-0A765CBF54BB}">
      <dgm:prSet/>
      <dgm:spPr/>
      <dgm:t>
        <a:bodyPr/>
        <a:lstStyle/>
        <a:p>
          <a:endParaRPr lang="ru-RU"/>
        </a:p>
      </dgm:t>
    </dgm:pt>
    <dgm:pt modelId="{33335FE3-8C4B-440B-B65C-A7EBACEB8EDA}" type="sibTrans" cxnId="{96B07CBF-42A5-40C8-A5F4-0A765CBF54BB}">
      <dgm:prSet/>
      <dgm:spPr/>
      <dgm:t>
        <a:bodyPr/>
        <a:lstStyle/>
        <a:p>
          <a:endParaRPr lang="ru-RU"/>
        </a:p>
      </dgm:t>
    </dgm:pt>
    <dgm:pt modelId="{8350F438-6B1C-4A29-8291-A891269B6211}">
      <dgm:prSet custT="1"/>
      <dgm:spPr/>
      <dgm:t>
        <a:bodyPr/>
        <a:lstStyle/>
        <a:p>
          <a:r>
            <a:rPr lang="uk-UA" sz="16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Вивчення інформатики, англійської мови, хореографії , російської мови з 1 класу.</a:t>
          </a:r>
        </a:p>
      </dgm:t>
    </dgm:pt>
    <dgm:pt modelId="{1822AD08-66E9-405C-8924-2CA8B7EC9352}" type="parTrans" cxnId="{66336826-77E5-4C8A-882D-9B6A7019EA93}">
      <dgm:prSet/>
      <dgm:spPr/>
      <dgm:t>
        <a:bodyPr/>
        <a:lstStyle/>
        <a:p>
          <a:endParaRPr lang="ru-RU"/>
        </a:p>
      </dgm:t>
    </dgm:pt>
    <dgm:pt modelId="{63726120-962F-47A1-BEEB-076B73763423}" type="sibTrans" cxnId="{66336826-77E5-4C8A-882D-9B6A7019EA93}">
      <dgm:prSet/>
      <dgm:spPr/>
      <dgm:t>
        <a:bodyPr/>
        <a:lstStyle/>
        <a:p>
          <a:endParaRPr lang="ru-RU"/>
        </a:p>
      </dgm:t>
    </dgm:pt>
    <dgm:pt modelId="{FDEFA8EE-1717-4720-AFA3-0BC3175907E6}">
      <dgm:prSet/>
      <dgm:spPr/>
      <dgm:t>
        <a:bodyPr/>
        <a:lstStyle/>
        <a:p>
          <a:endParaRPr lang="ru-RU"/>
        </a:p>
      </dgm:t>
    </dgm:pt>
    <dgm:pt modelId="{9B4F793C-C3BD-42B3-8580-7123951E7B3C}" type="parTrans" cxnId="{8B7052C8-48CC-4915-AFCF-BBDBBBA3E420}">
      <dgm:prSet/>
      <dgm:spPr/>
      <dgm:t>
        <a:bodyPr/>
        <a:lstStyle/>
        <a:p>
          <a:endParaRPr lang="ru-RU"/>
        </a:p>
      </dgm:t>
    </dgm:pt>
    <dgm:pt modelId="{48F97B2F-9363-43F5-829C-3C0326374878}" type="sibTrans" cxnId="{8B7052C8-48CC-4915-AFCF-BBDBBBA3E420}">
      <dgm:prSet/>
      <dgm:spPr/>
      <dgm:t>
        <a:bodyPr/>
        <a:lstStyle/>
        <a:p>
          <a:endParaRPr lang="ru-RU"/>
        </a:p>
      </dgm:t>
    </dgm:pt>
    <dgm:pt modelId="{01A8693D-4EBF-4B39-8D41-091BB59B8C81}">
      <dgm:prSet/>
      <dgm:spPr/>
      <dgm:t>
        <a:bodyPr/>
        <a:lstStyle/>
        <a:p>
          <a:endParaRPr lang="ru-RU"/>
        </a:p>
      </dgm:t>
    </dgm:pt>
    <dgm:pt modelId="{567CE1EA-6D5B-42C0-BBEB-7CE695F87856}" type="parTrans" cxnId="{125A15B4-DBFB-4140-92D1-8774F8C3F36D}">
      <dgm:prSet/>
      <dgm:spPr/>
      <dgm:t>
        <a:bodyPr/>
        <a:lstStyle/>
        <a:p>
          <a:endParaRPr lang="ru-RU"/>
        </a:p>
      </dgm:t>
    </dgm:pt>
    <dgm:pt modelId="{2A0A3854-DD1E-4498-B1B7-77290A72D198}" type="sibTrans" cxnId="{125A15B4-DBFB-4140-92D1-8774F8C3F36D}">
      <dgm:prSet/>
      <dgm:spPr/>
      <dgm:t>
        <a:bodyPr/>
        <a:lstStyle/>
        <a:p>
          <a:endParaRPr lang="ru-RU"/>
        </a:p>
      </dgm:t>
    </dgm:pt>
    <dgm:pt modelId="{3A098650-6106-45D6-A9A2-9559A14142E4}">
      <dgm:prSet/>
      <dgm:spPr/>
      <dgm:t>
        <a:bodyPr/>
        <a:lstStyle/>
        <a:p>
          <a:endParaRPr lang="ru-RU"/>
        </a:p>
      </dgm:t>
    </dgm:pt>
    <dgm:pt modelId="{7C3EF452-A42B-454A-8091-1C1778FEECCD}" type="parTrans" cxnId="{C7D981D7-2F12-4DDE-B172-8FBB2A70C2AF}">
      <dgm:prSet/>
      <dgm:spPr/>
      <dgm:t>
        <a:bodyPr/>
        <a:lstStyle/>
        <a:p>
          <a:endParaRPr lang="ru-RU"/>
        </a:p>
      </dgm:t>
    </dgm:pt>
    <dgm:pt modelId="{FF3A1159-D33C-4AE8-85D8-A27FAC660867}" type="sibTrans" cxnId="{C7D981D7-2F12-4DDE-B172-8FBB2A70C2AF}">
      <dgm:prSet/>
      <dgm:spPr/>
      <dgm:t>
        <a:bodyPr/>
        <a:lstStyle/>
        <a:p>
          <a:endParaRPr lang="ru-RU"/>
        </a:p>
      </dgm:t>
    </dgm:pt>
    <dgm:pt modelId="{E28F04C2-3F46-4D3D-8F32-0B0AF94822E3}">
      <dgm:prSet/>
      <dgm:spPr/>
      <dgm:t>
        <a:bodyPr/>
        <a:lstStyle/>
        <a:p>
          <a:endParaRPr lang="ru-RU"/>
        </a:p>
      </dgm:t>
    </dgm:pt>
    <dgm:pt modelId="{AA360C40-8C32-4612-A444-DB4E7299B5E6}" type="parTrans" cxnId="{EAB4612A-103C-45D8-A54B-E280FF247320}">
      <dgm:prSet/>
      <dgm:spPr/>
      <dgm:t>
        <a:bodyPr/>
        <a:lstStyle/>
        <a:p>
          <a:endParaRPr lang="ru-RU"/>
        </a:p>
      </dgm:t>
    </dgm:pt>
    <dgm:pt modelId="{5EC5A4AD-51E4-4B57-832A-400FFF184023}" type="sibTrans" cxnId="{EAB4612A-103C-45D8-A54B-E280FF247320}">
      <dgm:prSet/>
      <dgm:spPr/>
      <dgm:t>
        <a:bodyPr/>
        <a:lstStyle/>
        <a:p>
          <a:endParaRPr lang="ru-RU"/>
        </a:p>
      </dgm:t>
    </dgm:pt>
    <dgm:pt modelId="{F7324065-D19E-4F01-A333-EEA273A54B79}">
      <dgm:prSet/>
      <dgm:spPr/>
      <dgm:t>
        <a:bodyPr/>
        <a:lstStyle/>
        <a:p>
          <a:endParaRPr lang="ru-RU"/>
        </a:p>
      </dgm:t>
    </dgm:pt>
    <dgm:pt modelId="{A5FE7D6F-C764-4CA3-875A-CC88A5C37081}" type="parTrans" cxnId="{DBB2A94E-4814-44E6-91E1-DF95A3E0CDEC}">
      <dgm:prSet/>
      <dgm:spPr/>
      <dgm:t>
        <a:bodyPr/>
        <a:lstStyle/>
        <a:p>
          <a:endParaRPr lang="ru-RU"/>
        </a:p>
      </dgm:t>
    </dgm:pt>
    <dgm:pt modelId="{CB805FD4-424B-4F41-A34A-BC08A6258202}" type="sibTrans" cxnId="{DBB2A94E-4814-44E6-91E1-DF95A3E0CDEC}">
      <dgm:prSet/>
      <dgm:spPr/>
      <dgm:t>
        <a:bodyPr/>
        <a:lstStyle/>
        <a:p>
          <a:endParaRPr lang="ru-RU"/>
        </a:p>
      </dgm:t>
    </dgm:pt>
    <dgm:pt modelId="{A91033ED-966A-41ED-9849-9856CCA4AF80}">
      <dgm:prSet custT="1"/>
      <dgm:spPr/>
      <dgm:t>
        <a:bodyPr/>
        <a:lstStyle/>
        <a:p>
          <a:r>
            <a:rPr lang="uk-UA" sz="16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“  </a:t>
          </a:r>
          <a:r>
            <a:rPr lang="uk-UA" sz="1600" b="1" dirty="0" err="1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Піснезнайка</a:t>
          </a:r>
          <a:r>
            <a:rPr lang="uk-UA" sz="16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 ” </a:t>
          </a:r>
        </a:p>
      </dgm:t>
    </dgm:pt>
    <dgm:pt modelId="{FA3A83F6-2301-471C-99B2-8F2A1E18B70D}" type="parTrans" cxnId="{36D42454-2793-4436-8311-D0F4E7FC6AF7}">
      <dgm:prSet/>
      <dgm:spPr/>
      <dgm:t>
        <a:bodyPr/>
        <a:lstStyle/>
        <a:p>
          <a:endParaRPr lang="ru-RU"/>
        </a:p>
      </dgm:t>
    </dgm:pt>
    <dgm:pt modelId="{D1D7EB1E-A0A9-4301-8276-9BE2072FF4F3}" type="sibTrans" cxnId="{36D42454-2793-4436-8311-D0F4E7FC6AF7}">
      <dgm:prSet/>
      <dgm:spPr/>
      <dgm:t>
        <a:bodyPr/>
        <a:lstStyle/>
        <a:p>
          <a:endParaRPr lang="ru-RU"/>
        </a:p>
      </dgm:t>
    </dgm:pt>
    <dgm:pt modelId="{85085B5C-BF4E-4806-A731-E80F14AB21CF}" type="pres">
      <dgm:prSet presAssocID="{56F93024-BB01-41D1-A9EF-4C3D625ACA6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32599D-D25B-481E-AA3C-6FD9AE3E5EF5}" type="pres">
      <dgm:prSet presAssocID="{56F93024-BB01-41D1-A9EF-4C3D625ACA61}" presName="children" presStyleCnt="0"/>
      <dgm:spPr/>
    </dgm:pt>
    <dgm:pt modelId="{D03D3037-3EA2-4456-934D-96A1C1682DFB}" type="pres">
      <dgm:prSet presAssocID="{56F93024-BB01-41D1-A9EF-4C3D625ACA61}" presName="child1group" presStyleCnt="0"/>
      <dgm:spPr/>
    </dgm:pt>
    <dgm:pt modelId="{F39BC064-C212-46A5-A811-CC50411E062B}" type="pres">
      <dgm:prSet presAssocID="{56F93024-BB01-41D1-A9EF-4C3D625ACA61}" presName="child1" presStyleLbl="bgAcc1" presStyleIdx="0" presStyleCnt="1" custScaleX="146522" custLinFactNeighborX="-81735" custLinFactNeighborY="-9822"/>
      <dgm:spPr/>
      <dgm:t>
        <a:bodyPr/>
        <a:lstStyle/>
        <a:p>
          <a:endParaRPr lang="ru-RU"/>
        </a:p>
      </dgm:t>
    </dgm:pt>
    <dgm:pt modelId="{6B1CEB5F-69C6-4BE6-9DD2-2CFA669824A9}" type="pres">
      <dgm:prSet presAssocID="{56F93024-BB01-41D1-A9EF-4C3D625ACA61}" presName="child1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189008-2AB8-4295-A81F-C0B302A916AF}" type="pres">
      <dgm:prSet presAssocID="{56F93024-BB01-41D1-A9EF-4C3D625ACA61}" presName="childPlaceholder" presStyleCnt="0"/>
      <dgm:spPr/>
    </dgm:pt>
    <dgm:pt modelId="{E99AF42B-316D-4B76-9FF9-186D37CD6F3C}" type="pres">
      <dgm:prSet presAssocID="{56F93024-BB01-41D1-A9EF-4C3D625ACA61}" presName="circle" presStyleCnt="0"/>
      <dgm:spPr/>
    </dgm:pt>
    <dgm:pt modelId="{E47EC2BC-DFC6-4585-A418-AF8B39CEBF07}" type="pres">
      <dgm:prSet presAssocID="{56F93024-BB01-41D1-A9EF-4C3D625ACA61}" presName="quadrant1" presStyleLbl="node1" presStyleIdx="0" presStyleCnt="4" custScaleX="159157" custScaleY="105374" custLinFactNeighborX="3722" custLinFactNeighborY="71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A6E791-466A-4F0B-86E5-431B314A2B46}" type="pres">
      <dgm:prSet presAssocID="{56F93024-BB01-41D1-A9EF-4C3D625ACA61}" presName="quadrant2" presStyleLbl="node1" presStyleIdx="1" presStyleCnt="4" custLinFactNeighborX="-23732" custLinFactNeighborY="663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51C3A6-8586-4265-AEB7-ED99D10F7DCD}" type="pres">
      <dgm:prSet presAssocID="{56F93024-BB01-41D1-A9EF-4C3D625ACA61}" presName="quadrant3" presStyleLbl="node1" presStyleIdx="2" presStyleCnt="4" custLinFactNeighborX="-35623" custLinFactNeighborY="3944">
        <dgm:presLayoutVars>
          <dgm:chMax val="1"/>
          <dgm:bulletEnabled val="1"/>
        </dgm:presLayoutVars>
      </dgm:prSet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97A4A009-57C0-4822-B134-FE0B30152FEB}" type="pres">
      <dgm:prSet presAssocID="{56F93024-BB01-41D1-A9EF-4C3D625ACA61}" presName="quadrant4" presStyleLbl="node1" presStyleIdx="3" presStyleCnt="4" custScaleX="91069" custLinFactNeighborX="-22858" custLinFactNeighborY="-209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C65C4B-81E5-4B87-BA6A-1662702F1576}" type="pres">
      <dgm:prSet presAssocID="{56F93024-BB01-41D1-A9EF-4C3D625ACA61}" presName="quadrantPlaceholder" presStyleCnt="0"/>
      <dgm:spPr/>
    </dgm:pt>
    <dgm:pt modelId="{A0421416-8C03-48BE-A738-C98EC27C193C}" type="pres">
      <dgm:prSet presAssocID="{56F93024-BB01-41D1-A9EF-4C3D625ACA61}" presName="center1" presStyleLbl="fgShp" presStyleIdx="0" presStyleCnt="2"/>
      <dgm:spPr/>
    </dgm:pt>
    <dgm:pt modelId="{49199C48-CBF3-4CF1-867A-4A994E674C30}" type="pres">
      <dgm:prSet presAssocID="{56F93024-BB01-41D1-A9EF-4C3D625ACA61}" presName="center2" presStyleLbl="fgShp" presStyleIdx="1" presStyleCnt="2"/>
      <dgm:spPr/>
    </dgm:pt>
  </dgm:ptLst>
  <dgm:cxnLst>
    <dgm:cxn modelId="{390FF62F-7622-48D2-BBD5-53046EAF40E5}" type="presOf" srcId="{8EDEB28D-74EC-4EC1-BEF0-3A9A9B73B458}" destId="{F39BC064-C212-46A5-A811-CC50411E062B}" srcOrd="0" destOrd="0" presId="urn:microsoft.com/office/officeart/2005/8/layout/cycle4"/>
    <dgm:cxn modelId="{4A2B25EB-C291-444A-B1E2-322B7F2C840F}" type="presOf" srcId="{EF4BE71E-FB67-45ED-90DD-8729CBEF9E25}" destId="{97A4A009-57C0-4822-B134-FE0B30152FEB}" srcOrd="0" destOrd="0" presId="urn:microsoft.com/office/officeart/2005/8/layout/cycle4"/>
    <dgm:cxn modelId="{66336826-77E5-4C8A-882D-9B6A7019EA93}" srcId="{2A8AB926-A1FA-4A2C-A007-E9EB1909798A}" destId="{8350F438-6B1C-4A29-8291-A891269B6211}" srcOrd="3" destOrd="0" parTransId="{1822AD08-66E9-405C-8924-2CA8B7EC9352}" sibTransId="{63726120-962F-47A1-BEEB-076B73763423}"/>
    <dgm:cxn modelId="{D135F5E8-AD2D-4D40-A333-8EE01504013B}" type="presOf" srcId="{8350F438-6B1C-4A29-8291-A891269B6211}" destId="{F39BC064-C212-46A5-A811-CC50411E062B}" srcOrd="0" destOrd="3" presId="urn:microsoft.com/office/officeart/2005/8/layout/cycle4"/>
    <dgm:cxn modelId="{0107335E-3BDA-4947-A18A-158DE04E3960}" type="presOf" srcId="{2A8AB926-A1FA-4A2C-A007-E9EB1909798A}" destId="{E47EC2BC-DFC6-4585-A418-AF8B39CEBF07}" srcOrd="0" destOrd="0" presId="urn:microsoft.com/office/officeart/2005/8/layout/cycle4"/>
    <dgm:cxn modelId="{8B7052C8-48CC-4915-AFCF-BBDBBBA3E420}" srcId="{56F93024-BB01-41D1-A9EF-4C3D625ACA61}" destId="{FDEFA8EE-1717-4720-AFA3-0BC3175907E6}" srcOrd="4" destOrd="0" parTransId="{9B4F793C-C3BD-42B3-8580-7123951E7B3C}" sibTransId="{48F97B2F-9363-43F5-829C-3C0326374878}"/>
    <dgm:cxn modelId="{7BE984B1-2646-4421-B081-50D7C5DFEF09}" type="presOf" srcId="{8EDEB28D-74EC-4EC1-BEF0-3A9A9B73B458}" destId="{6B1CEB5F-69C6-4BE6-9DD2-2CFA669824A9}" srcOrd="1" destOrd="0" presId="urn:microsoft.com/office/officeart/2005/8/layout/cycle4"/>
    <dgm:cxn modelId="{EDAFFC15-3EBB-4933-991C-CC536D12CE8A}" type="presOf" srcId="{56F93024-BB01-41D1-A9EF-4C3D625ACA61}" destId="{85085B5C-BF4E-4806-A731-E80F14AB21CF}" srcOrd="0" destOrd="0" presId="urn:microsoft.com/office/officeart/2005/8/layout/cycle4"/>
    <dgm:cxn modelId="{96B07CBF-42A5-40C8-A5F4-0A765CBF54BB}" srcId="{2A8AB926-A1FA-4A2C-A007-E9EB1909798A}" destId="{8071248E-98FD-427B-B6ED-5E4B12E3049B}" srcOrd="1" destOrd="0" parTransId="{5F575236-39DA-40EC-86B2-FC5692AF4BB4}" sibTransId="{33335FE3-8C4B-440B-B65C-A7EBACEB8EDA}"/>
    <dgm:cxn modelId="{229CCCB0-6BCB-4638-B120-F55F7378B624}" type="presOf" srcId="{918D8731-E33D-4A69-BC47-A1CF0DC48B28}" destId="{4C51C3A6-8586-4265-AEB7-ED99D10F7DCD}" srcOrd="0" destOrd="0" presId="urn:microsoft.com/office/officeart/2005/8/layout/cycle4"/>
    <dgm:cxn modelId="{B54DB88C-A076-4B54-95DE-7E1E9D8DA2FE}" type="presOf" srcId="{8071248E-98FD-427B-B6ED-5E4B12E3049B}" destId="{F39BC064-C212-46A5-A811-CC50411E062B}" srcOrd="0" destOrd="1" presId="urn:microsoft.com/office/officeart/2005/8/layout/cycle4"/>
    <dgm:cxn modelId="{30E75822-0D1B-42B7-9A35-76F919BA7FFE}" type="presOf" srcId="{A91033ED-966A-41ED-9849-9856CCA4AF80}" destId="{6B1CEB5F-69C6-4BE6-9DD2-2CFA669824A9}" srcOrd="1" destOrd="2" presId="urn:microsoft.com/office/officeart/2005/8/layout/cycle4"/>
    <dgm:cxn modelId="{DBB2A94E-4814-44E6-91E1-DF95A3E0CDEC}" srcId="{56F93024-BB01-41D1-A9EF-4C3D625ACA61}" destId="{F7324065-D19E-4F01-A333-EEA273A54B79}" srcOrd="8" destOrd="0" parTransId="{A5FE7D6F-C764-4CA3-875A-CC88A5C37081}" sibTransId="{CB805FD4-424B-4F41-A34A-BC08A6258202}"/>
    <dgm:cxn modelId="{141D7E27-00CC-4BFA-88AB-20B889AC8A23}" srcId="{56F93024-BB01-41D1-A9EF-4C3D625ACA61}" destId="{EF4BE71E-FB67-45ED-90DD-8729CBEF9E25}" srcOrd="3" destOrd="0" parTransId="{1575DE75-F528-453E-A560-BFB15BA78DF4}" sibTransId="{FA1C471B-19A2-4792-A25D-711067AAC309}"/>
    <dgm:cxn modelId="{C7D981D7-2F12-4DDE-B172-8FBB2A70C2AF}" srcId="{56F93024-BB01-41D1-A9EF-4C3D625ACA61}" destId="{3A098650-6106-45D6-A9A2-9559A14142E4}" srcOrd="6" destOrd="0" parTransId="{7C3EF452-A42B-454A-8091-1C1778FEECCD}" sibTransId="{FF3A1159-D33C-4AE8-85D8-A27FAC660867}"/>
    <dgm:cxn modelId="{8508490B-385E-4B8B-B8B4-E841EFC2C3F5}" type="presOf" srcId="{53364664-F5DC-43DE-9A82-3BD391DE7E31}" destId="{20A6E791-466A-4F0B-86E5-431B314A2B46}" srcOrd="0" destOrd="0" presId="urn:microsoft.com/office/officeart/2005/8/layout/cycle4"/>
    <dgm:cxn modelId="{DDD32229-8898-4C33-A2A0-FE4E22655BF2}" type="presOf" srcId="{8350F438-6B1C-4A29-8291-A891269B6211}" destId="{6B1CEB5F-69C6-4BE6-9DD2-2CFA669824A9}" srcOrd="1" destOrd="3" presId="urn:microsoft.com/office/officeart/2005/8/layout/cycle4"/>
    <dgm:cxn modelId="{36D42454-2793-4436-8311-D0F4E7FC6AF7}" srcId="{2A8AB926-A1FA-4A2C-A007-E9EB1909798A}" destId="{A91033ED-966A-41ED-9849-9856CCA4AF80}" srcOrd="2" destOrd="0" parTransId="{FA3A83F6-2301-471C-99B2-8F2A1E18B70D}" sibTransId="{D1D7EB1E-A0A9-4301-8276-9BE2072FF4F3}"/>
    <dgm:cxn modelId="{A3F2C5B4-AB2C-4449-B3C9-D42B5343884E}" srcId="{56F93024-BB01-41D1-A9EF-4C3D625ACA61}" destId="{918D8731-E33D-4A69-BC47-A1CF0DC48B28}" srcOrd="2" destOrd="0" parTransId="{1C52E1A6-C904-4929-8B9D-68071E434DD6}" sibTransId="{54F29D6E-958A-4379-9D65-E175DA95A1A6}"/>
    <dgm:cxn modelId="{125A15B4-DBFB-4140-92D1-8774F8C3F36D}" srcId="{56F93024-BB01-41D1-A9EF-4C3D625ACA61}" destId="{01A8693D-4EBF-4B39-8D41-091BB59B8C81}" srcOrd="5" destOrd="0" parTransId="{567CE1EA-6D5B-42C0-BBEB-7CE695F87856}" sibTransId="{2A0A3854-DD1E-4498-B1B7-77290A72D198}"/>
    <dgm:cxn modelId="{EAB4612A-103C-45D8-A54B-E280FF247320}" srcId="{56F93024-BB01-41D1-A9EF-4C3D625ACA61}" destId="{E28F04C2-3F46-4D3D-8F32-0B0AF94822E3}" srcOrd="7" destOrd="0" parTransId="{AA360C40-8C32-4612-A444-DB4E7299B5E6}" sibTransId="{5EC5A4AD-51E4-4B57-832A-400FFF184023}"/>
    <dgm:cxn modelId="{C144DF19-B017-4841-ACDA-7DE7B97CDDAA}" srcId="{56F93024-BB01-41D1-A9EF-4C3D625ACA61}" destId="{53364664-F5DC-43DE-9A82-3BD391DE7E31}" srcOrd="1" destOrd="0" parTransId="{132D6A47-D1D1-482A-8101-BC83AF62F4CC}" sibTransId="{72995304-FECC-4AE9-B90A-96F049BAD663}"/>
    <dgm:cxn modelId="{C0EEA3C9-D481-4EDA-94D4-2BFD99B0216E}" type="presOf" srcId="{8071248E-98FD-427B-B6ED-5E4B12E3049B}" destId="{6B1CEB5F-69C6-4BE6-9DD2-2CFA669824A9}" srcOrd="1" destOrd="1" presId="urn:microsoft.com/office/officeart/2005/8/layout/cycle4"/>
    <dgm:cxn modelId="{3F9D4BAF-4830-4A55-984D-7570B0B08A38}" type="presOf" srcId="{A91033ED-966A-41ED-9849-9856CCA4AF80}" destId="{F39BC064-C212-46A5-A811-CC50411E062B}" srcOrd="0" destOrd="2" presId="urn:microsoft.com/office/officeart/2005/8/layout/cycle4"/>
    <dgm:cxn modelId="{70A1411A-1B09-4A10-A31B-3E390C71D812}" srcId="{56F93024-BB01-41D1-A9EF-4C3D625ACA61}" destId="{2A8AB926-A1FA-4A2C-A007-E9EB1909798A}" srcOrd="0" destOrd="0" parTransId="{9EA7E1FB-CB9C-4D21-A95C-88FE868B78A9}" sibTransId="{7D2E5EF4-4583-44BD-8C53-ADBC371CDF9F}"/>
    <dgm:cxn modelId="{807BC7E9-73CA-40B5-8FA3-6EF86D0B0339}" srcId="{2A8AB926-A1FA-4A2C-A007-E9EB1909798A}" destId="{8EDEB28D-74EC-4EC1-BEF0-3A9A9B73B458}" srcOrd="0" destOrd="0" parTransId="{03E4F493-36F2-4DBF-816E-8EBC47F45F48}" sibTransId="{A0ACB4E8-BA9E-4781-935B-99B025156180}"/>
    <dgm:cxn modelId="{F7828BB8-830E-48C1-A0E4-2D035CF6A7D7}" type="presParOf" srcId="{85085B5C-BF4E-4806-A731-E80F14AB21CF}" destId="{D632599D-D25B-481E-AA3C-6FD9AE3E5EF5}" srcOrd="0" destOrd="0" presId="urn:microsoft.com/office/officeart/2005/8/layout/cycle4"/>
    <dgm:cxn modelId="{A737BD1C-CC55-47B0-A79B-3023515E3323}" type="presParOf" srcId="{D632599D-D25B-481E-AA3C-6FD9AE3E5EF5}" destId="{D03D3037-3EA2-4456-934D-96A1C1682DFB}" srcOrd="0" destOrd="0" presId="urn:microsoft.com/office/officeart/2005/8/layout/cycle4"/>
    <dgm:cxn modelId="{8CC611B6-1C4C-407C-BC2B-E68214933D02}" type="presParOf" srcId="{D03D3037-3EA2-4456-934D-96A1C1682DFB}" destId="{F39BC064-C212-46A5-A811-CC50411E062B}" srcOrd="0" destOrd="0" presId="urn:microsoft.com/office/officeart/2005/8/layout/cycle4"/>
    <dgm:cxn modelId="{B82761E7-53F0-42E6-8654-83C26077FFC6}" type="presParOf" srcId="{D03D3037-3EA2-4456-934D-96A1C1682DFB}" destId="{6B1CEB5F-69C6-4BE6-9DD2-2CFA669824A9}" srcOrd="1" destOrd="0" presId="urn:microsoft.com/office/officeart/2005/8/layout/cycle4"/>
    <dgm:cxn modelId="{585DBCFD-DF53-46FB-B28E-83A617F4406E}" type="presParOf" srcId="{D632599D-D25B-481E-AA3C-6FD9AE3E5EF5}" destId="{50189008-2AB8-4295-A81F-C0B302A916AF}" srcOrd="1" destOrd="0" presId="urn:microsoft.com/office/officeart/2005/8/layout/cycle4"/>
    <dgm:cxn modelId="{E20CF213-D8C0-4533-9F40-D628CE8ABF61}" type="presParOf" srcId="{85085B5C-BF4E-4806-A731-E80F14AB21CF}" destId="{E99AF42B-316D-4B76-9FF9-186D37CD6F3C}" srcOrd="1" destOrd="0" presId="urn:microsoft.com/office/officeart/2005/8/layout/cycle4"/>
    <dgm:cxn modelId="{96C6E5B3-C16B-4E89-8089-30465CFC4381}" type="presParOf" srcId="{E99AF42B-316D-4B76-9FF9-186D37CD6F3C}" destId="{E47EC2BC-DFC6-4585-A418-AF8B39CEBF07}" srcOrd="0" destOrd="0" presId="urn:microsoft.com/office/officeart/2005/8/layout/cycle4"/>
    <dgm:cxn modelId="{BCB49C4E-C31F-48ED-A708-D65B8668E4D5}" type="presParOf" srcId="{E99AF42B-316D-4B76-9FF9-186D37CD6F3C}" destId="{20A6E791-466A-4F0B-86E5-431B314A2B46}" srcOrd="1" destOrd="0" presId="urn:microsoft.com/office/officeart/2005/8/layout/cycle4"/>
    <dgm:cxn modelId="{D0A4C2FA-F08D-4CEC-8F05-E7300E4E2BB9}" type="presParOf" srcId="{E99AF42B-316D-4B76-9FF9-186D37CD6F3C}" destId="{4C51C3A6-8586-4265-AEB7-ED99D10F7DCD}" srcOrd="2" destOrd="0" presId="urn:microsoft.com/office/officeart/2005/8/layout/cycle4"/>
    <dgm:cxn modelId="{BAFF0BBD-E122-485C-9D10-64A92F670895}" type="presParOf" srcId="{E99AF42B-316D-4B76-9FF9-186D37CD6F3C}" destId="{97A4A009-57C0-4822-B134-FE0B30152FEB}" srcOrd="3" destOrd="0" presId="urn:microsoft.com/office/officeart/2005/8/layout/cycle4"/>
    <dgm:cxn modelId="{A92BCCBD-81E9-4F0B-8BB5-37DA46E11B40}" type="presParOf" srcId="{E99AF42B-316D-4B76-9FF9-186D37CD6F3C}" destId="{DDC65C4B-81E5-4B87-BA6A-1662702F1576}" srcOrd="4" destOrd="0" presId="urn:microsoft.com/office/officeart/2005/8/layout/cycle4"/>
    <dgm:cxn modelId="{BF962789-5E9D-4934-B9BE-52F0636682A0}" type="presParOf" srcId="{85085B5C-BF4E-4806-A731-E80F14AB21CF}" destId="{A0421416-8C03-48BE-A738-C98EC27C193C}" srcOrd="2" destOrd="0" presId="urn:microsoft.com/office/officeart/2005/8/layout/cycle4"/>
    <dgm:cxn modelId="{1518EA7E-127A-44F0-BEF8-0FB7EA5D1243}" type="presParOf" srcId="{85085B5C-BF4E-4806-A731-E80F14AB21CF}" destId="{49199C48-CBF3-4CF1-867A-4A994E674C3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BC064-C212-46A5-A811-CC50411E062B}">
      <dsp:nvSpPr>
        <dsp:cNvPr id="0" name=""/>
        <dsp:cNvSpPr/>
      </dsp:nvSpPr>
      <dsp:spPr>
        <a:xfrm>
          <a:off x="0" y="0"/>
          <a:ext cx="3225417" cy="14259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1" kern="12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Розвивальне навчання за науково-педагогічним проектом «Росток» (експериментальний майданчик регіонального рівня)</a:t>
          </a:r>
          <a:endParaRPr lang="ru-RU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1" kern="12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Міжнародний інноваційний проект гармонійного розвитку дитини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1" kern="12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“  </a:t>
          </a:r>
          <a:r>
            <a:rPr lang="uk-UA" sz="1600" b="1" kern="1200" dirty="0" err="1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Піснезнайка</a:t>
          </a:r>
          <a:r>
            <a:rPr lang="uk-UA" sz="1600" b="1" kern="12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 ”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1" kern="12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rPr>
            <a:t>Вивчення інформатики, англійської мови, хореографії , російської мови з 1 класу.</a:t>
          </a:r>
        </a:p>
      </dsp:txBody>
      <dsp:txXfrm>
        <a:off x="31324" y="31324"/>
        <a:ext cx="2195144" cy="1006819"/>
      </dsp:txXfrm>
    </dsp:sp>
    <dsp:sp modelId="{E47EC2BC-DFC6-4585-A418-AF8B39CEBF07}">
      <dsp:nvSpPr>
        <dsp:cNvPr id="0" name=""/>
        <dsp:cNvSpPr/>
      </dsp:nvSpPr>
      <dsp:spPr>
        <a:xfrm>
          <a:off x="1800200" y="216025"/>
          <a:ext cx="3070929" cy="2033188"/>
        </a:xfrm>
        <a:prstGeom prst="pieWedg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4300" kern="1200" dirty="0"/>
        </a:p>
      </dsp:txBody>
      <dsp:txXfrm>
        <a:off x="2699654" y="811532"/>
        <a:ext cx="2171475" cy="1437681"/>
      </dsp:txXfrm>
    </dsp:sp>
    <dsp:sp modelId="{20A6E791-466A-4F0B-86E5-431B314A2B46}">
      <dsp:nvSpPr>
        <dsp:cNvPr id="0" name=""/>
        <dsp:cNvSpPr/>
      </dsp:nvSpPr>
      <dsp:spPr>
        <a:xfrm rot="5400000">
          <a:off x="3859811" y="381943"/>
          <a:ext cx="1929496" cy="1929496"/>
        </a:xfrm>
        <a:prstGeom prst="pieWedg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700" kern="1200" dirty="0"/>
        </a:p>
      </dsp:txBody>
      <dsp:txXfrm rot="-5400000">
        <a:off x="3859811" y="947079"/>
        <a:ext cx="1364360" cy="1364360"/>
      </dsp:txXfrm>
    </dsp:sp>
    <dsp:sp modelId="{4C51C3A6-8586-4265-AEB7-ED99D10F7DCD}">
      <dsp:nvSpPr>
        <dsp:cNvPr id="0" name=""/>
        <dsp:cNvSpPr/>
      </dsp:nvSpPr>
      <dsp:spPr>
        <a:xfrm rot="10800000">
          <a:off x="3630375" y="2348716"/>
          <a:ext cx="1929496" cy="1929496"/>
        </a:xfrm>
        <a:prstGeom prst="pieWedg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700" b="1" kern="1200" dirty="0"/>
        </a:p>
      </dsp:txBody>
      <dsp:txXfrm rot="10800000">
        <a:off x="3630375" y="2348716"/>
        <a:ext cx="1364360" cy="1364360"/>
      </dsp:txXfrm>
    </dsp:sp>
    <dsp:sp modelId="{97A4A009-57C0-4822-B134-FE0B30152FEB}">
      <dsp:nvSpPr>
        <dsp:cNvPr id="0" name=""/>
        <dsp:cNvSpPr/>
      </dsp:nvSpPr>
      <dsp:spPr>
        <a:xfrm rot="16200000">
          <a:off x="1858056" y="2318414"/>
          <a:ext cx="1929496" cy="1757173"/>
        </a:xfrm>
        <a:prstGeom prst="pieWedg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4800" kern="1200" dirty="0"/>
        </a:p>
      </dsp:txBody>
      <dsp:txXfrm rot="5400000">
        <a:off x="2458881" y="2232253"/>
        <a:ext cx="1242509" cy="1364360"/>
      </dsp:txXfrm>
    </dsp:sp>
    <dsp:sp modelId="{A0421416-8C03-48BE-A738-C98EC27C193C}">
      <dsp:nvSpPr>
        <dsp:cNvPr id="0" name=""/>
        <dsp:cNvSpPr/>
      </dsp:nvSpPr>
      <dsp:spPr>
        <a:xfrm>
          <a:off x="3781705" y="1827006"/>
          <a:ext cx="666188" cy="57929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99C48-CBF3-4CF1-867A-4A994E674C30}">
      <dsp:nvSpPr>
        <dsp:cNvPr id="0" name=""/>
        <dsp:cNvSpPr/>
      </dsp:nvSpPr>
      <dsp:spPr>
        <a:xfrm rot="10800000">
          <a:off x="3781705" y="2049811"/>
          <a:ext cx="666188" cy="57929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ru-RU" smtClean="0"/>
          </a:p>
        </p:txBody>
      </p:sp>
      <p:pic>
        <p:nvPicPr>
          <p:cNvPr id="3076" name="Picture 4" descr="104_007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2696" y="-1150938"/>
            <a:ext cx="10982325" cy="9159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0" y="457200"/>
            <a:ext cx="8610600" cy="668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uk-UA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Середня загальноосвітня школа </a:t>
            </a:r>
          </a:p>
          <a:p>
            <a:pPr algn="ctr">
              <a:spcBef>
                <a:spcPct val="50000"/>
              </a:spcBef>
              <a:defRPr/>
            </a:pPr>
            <a:r>
              <a:rPr lang="uk-UA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№ 201</a:t>
            </a:r>
          </a:p>
          <a:p>
            <a:pPr algn="ctr">
              <a:spcBef>
                <a:spcPct val="50000"/>
              </a:spcBef>
              <a:defRPr/>
            </a:pPr>
            <a:r>
              <a:rPr lang="uk-UA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Дніпровського району м. Києва</a:t>
            </a:r>
          </a:p>
          <a:p>
            <a:pPr algn="ctr">
              <a:spcBef>
                <a:spcPct val="50000"/>
              </a:spcBef>
              <a:defRPr/>
            </a:pPr>
            <a:r>
              <a:rPr lang="uk-UA" sz="44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   </a:t>
            </a:r>
            <a:r>
              <a:rPr lang="uk-UA" sz="9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43роки </a:t>
            </a:r>
            <a:r>
              <a:rPr lang="uk-UA" sz="9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сумлінної праці</a:t>
            </a:r>
            <a:endParaRPr lang="ru-RU" sz="9600" b="1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endParaRPr>
          </a:p>
        </p:txBody>
      </p:sp>
      <p:pic>
        <p:nvPicPr>
          <p:cNvPr id="2" name="3 Цветы Minnutes -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3648" y="6248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2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3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74638"/>
            <a:ext cx="7931224" cy="99412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uk-UA" sz="3200" b="1" dirty="0">
                <a:solidFill>
                  <a:srgbClr val="FF0000"/>
                </a:solidFill>
                <a:latin typeface="Monotype Corsiva" pitchFamily="66" charset="0"/>
              </a:rPr>
              <a:t>Середня загальноосвітня школа № 201 м. Києва – </a:t>
            </a:r>
            <a:br>
              <a:rPr lang="uk-UA" sz="3200" b="1" dirty="0">
                <a:solidFill>
                  <a:srgbClr val="FF0000"/>
                </a:solidFill>
                <a:latin typeface="Monotype Corsiva" pitchFamily="66" charset="0"/>
              </a:rPr>
            </a:br>
            <a:r>
              <a:rPr lang="uk-UA" sz="3200" b="1" dirty="0">
                <a:solidFill>
                  <a:srgbClr val="FF0000"/>
                </a:solidFill>
                <a:latin typeface="Monotype Corsiva" pitchFamily="66" charset="0"/>
              </a:rPr>
              <a:t>загальноосвітній навчальний заклад І-ІІІ ступенів: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276519"/>
              </p:ext>
            </p:extLst>
          </p:nvPr>
        </p:nvGraphicFramePr>
        <p:xfrm>
          <a:off x="251520" y="1340768"/>
          <a:ext cx="8229600" cy="4456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436096" y="1340768"/>
            <a:ext cx="3600400" cy="457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Рання допрофесійна та професійна підготовка за напрямками: «Медична сестра», «Ортопедична стоматологія», підготовка до вступу в навчальні заклади медичного спрямування, експериментальний майданчик регіонального рівня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Біолого</a:t>
            </a:r>
            <a:r>
              <a:rPr lang="uk-UA" b="1" kern="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 </a:t>
            </a: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- фізичний ( медичний) профіль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Комплекс з Київським Національним медичним університетом імені </a:t>
            </a:r>
            <a:endParaRPr lang="uk-UA" b="1" kern="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О.О</a:t>
            </a: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. Богомольця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Співпраця з </a:t>
            </a:r>
            <a:r>
              <a:rPr lang="uk-UA" b="1" kern="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іншими </a:t>
            </a:r>
            <a:r>
              <a:rPr lang="uk-UA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вищими навчальними закладами медичного спрямування</a:t>
            </a:r>
            <a:r>
              <a:rPr lang="uk-UA" b="1" kern="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uk-UA" b="1" kern="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Співпраця  з Міжнародним Товариством Червоного Хреста</a:t>
            </a:r>
            <a:endParaRPr lang="uk-UA" b="1" kern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5733256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anose="03010101010201010101" pitchFamily="66" charset="0"/>
              </a:rPr>
              <a:t>Розгалужена система гурткової роботи </a:t>
            </a:r>
          </a:p>
          <a:p>
            <a:r>
              <a:rPr lang="uk-UA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anose="03010101010201010101" pitchFamily="66" charset="0"/>
              </a:rPr>
              <a:t>( 22 гуртки)</a:t>
            </a:r>
            <a:endParaRPr lang="ru-RU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otype Corsiva" panose="03010101010201010101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714872"/>
            <a:ext cx="1518188" cy="1115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5445224"/>
            <a:ext cx="1540587" cy="141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6023765"/>
            <a:ext cx="1944216" cy="96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054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</a:rPr>
              <a:t>Навчаючи, розвивати й виховувати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3106688" cy="3258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1237" y="5157192"/>
            <a:ext cx="360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anose="03010101010201010101" pitchFamily="66" charset="0"/>
              </a:rPr>
              <a:t>Порівняльна діаграма досягнень учнів в інтелектуальних та творчих конкурсах</a:t>
            </a:r>
            <a:endParaRPr lang="ru-RU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12776"/>
            <a:ext cx="4127359" cy="29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681668" y="4826675"/>
            <a:ext cx="420566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altLang="ru-RU" b="1" dirty="0">
                <a:solidFill>
                  <a:srgbClr val="FF0000"/>
                </a:solidFill>
              </a:rPr>
              <a:t>Р</a:t>
            </a:r>
            <a:r>
              <a:rPr lang="uk-UA" altLang="ru-RU" b="1" dirty="0">
                <a:solidFill>
                  <a:schemeClr val="accent2"/>
                </a:solidFill>
              </a:rPr>
              <a:t> </a:t>
            </a:r>
            <a:r>
              <a:rPr lang="uk-UA" altLang="ru-RU" b="1" dirty="0">
                <a:solidFill>
                  <a:srgbClr val="0000FF"/>
                </a:solidFill>
              </a:rPr>
              <a:t>– розум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О</a:t>
            </a:r>
            <a:r>
              <a:rPr lang="uk-UA" altLang="ru-RU" b="1" dirty="0">
                <a:solidFill>
                  <a:srgbClr val="0000FF"/>
                </a:solidFill>
              </a:rPr>
              <a:t> – освіта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З</a:t>
            </a:r>
            <a:r>
              <a:rPr lang="uk-UA" altLang="ru-RU" b="1" dirty="0">
                <a:solidFill>
                  <a:srgbClr val="0000FF"/>
                </a:solidFill>
              </a:rPr>
              <a:t> – здоров</a:t>
            </a:r>
            <a:r>
              <a:rPr lang="ru-RU" altLang="ru-RU" b="1" dirty="0">
                <a:solidFill>
                  <a:srgbClr val="0000FF"/>
                </a:solidFill>
              </a:rPr>
              <a:t>’</a:t>
            </a:r>
            <a:r>
              <a:rPr lang="uk-UA" altLang="ru-RU" b="1" dirty="0">
                <a:solidFill>
                  <a:srgbClr val="0000FF"/>
                </a:solidFill>
              </a:rPr>
              <a:t>я 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ВИ</a:t>
            </a:r>
            <a:r>
              <a:rPr lang="uk-UA" altLang="ru-RU" b="1" dirty="0">
                <a:solidFill>
                  <a:srgbClr val="0000FF"/>
                </a:solidFill>
              </a:rPr>
              <a:t> – вихованість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Т</a:t>
            </a:r>
            <a:r>
              <a:rPr lang="uk-UA" altLang="ru-RU" b="1" dirty="0">
                <a:solidFill>
                  <a:srgbClr val="0000FF"/>
                </a:solidFill>
              </a:rPr>
              <a:t> – творчість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О</a:t>
            </a:r>
            <a:r>
              <a:rPr lang="uk-UA" altLang="ru-RU" b="1" dirty="0">
                <a:solidFill>
                  <a:srgbClr val="0000FF"/>
                </a:solidFill>
              </a:rPr>
              <a:t> – обдарованість</a:t>
            </a:r>
          </a:p>
          <a:p>
            <a:r>
              <a:rPr lang="uk-UA" altLang="ru-RU" b="1" dirty="0">
                <a:solidFill>
                  <a:srgbClr val="FF0000"/>
                </a:solidFill>
              </a:rPr>
              <a:t>К</a:t>
            </a:r>
            <a:r>
              <a:rPr lang="uk-UA" altLang="ru-RU" b="1" dirty="0">
                <a:solidFill>
                  <a:srgbClr val="0000FF"/>
                </a:solidFill>
              </a:rPr>
              <a:t> - комунікабельність</a:t>
            </a:r>
            <a:endParaRPr lang="ru-RU" altLang="ru-RU" b="1" dirty="0">
              <a:solidFill>
                <a:srgbClr val="0000FF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16016" y="4207020"/>
            <a:ext cx="47160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Школа № 201 це школа </a:t>
            </a:r>
            <a:br>
              <a:rPr lang="uk-UA" b="1" dirty="0">
                <a:solidFill>
                  <a:srgbClr val="FF0000"/>
                </a:solidFill>
              </a:rPr>
            </a:br>
            <a:r>
              <a:rPr lang="uk-UA" b="1" dirty="0">
                <a:solidFill>
                  <a:srgbClr val="FF0000"/>
                </a:solidFill>
              </a:rPr>
              <a:t>розвитку :</a:t>
            </a:r>
            <a:br>
              <a:rPr lang="uk-UA" b="1" dirty="0">
                <a:solidFill>
                  <a:srgbClr val="FF0000"/>
                </a:solidFill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11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171</Words>
  <Application>Microsoft Office PowerPoint</Application>
  <PresentationFormat>Экран (4:3)</PresentationFormat>
  <Paragraphs>27</Paragraphs>
  <Slides>3</Slides>
  <Notes>0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Презентация PowerPoint</vt:lpstr>
      <vt:lpstr>Середня загальноосвітня школа № 201 м. Києва –  загальноосвітній навчальний заклад І-ІІІ ступенів:</vt:lpstr>
      <vt:lpstr>Навчаючи, розвивати й виховувати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Юля</cp:lastModifiedBy>
  <cp:revision>7</cp:revision>
  <dcterms:created xsi:type="dcterms:W3CDTF">2014-04-15T11:17:24Z</dcterms:created>
  <dcterms:modified xsi:type="dcterms:W3CDTF">2014-04-17T07:09:09Z</dcterms:modified>
</cp:coreProperties>
</file>
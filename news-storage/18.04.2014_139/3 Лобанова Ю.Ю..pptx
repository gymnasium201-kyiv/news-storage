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96" r:id="rId4"/>
  </p:sldMasterIdLst>
  <p:notesMasterIdLst>
    <p:notesMasterId r:id="rId28"/>
  </p:notesMasterIdLst>
  <p:sldIdLst>
    <p:sldId id="287" r:id="rId5"/>
    <p:sldId id="281" r:id="rId6"/>
    <p:sldId id="292" r:id="rId7"/>
    <p:sldId id="299" r:id="rId8"/>
    <p:sldId id="297" r:id="rId9"/>
    <p:sldId id="293" r:id="rId10"/>
    <p:sldId id="298" r:id="rId11"/>
    <p:sldId id="294" r:id="rId12"/>
    <p:sldId id="320" r:id="rId13"/>
    <p:sldId id="322" r:id="rId14"/>
    <p:sldId id="295" r:id="rId15"/>
    <p:sldId id="308" r:id="rId16"/>
    <p:sldId id="307" r:id="rId17"/>
    <p:sldId id="309" r:id="rId18"/>
    <p:sldId id="325" r:id="rId19"/>
    <p:sldId id="318" r:id="rId20"/>
    <p:sldId id="329" r:id="rId21"/>
    <p:sldId id="310" r:id="rId22"/>
    <p:sldId id="312" r:id="rId23"/>
    <p:sldId id="282" r:id="rId24"/>
    <p:sldId id="327" r:id="rId25"/>
    <p:sldId id="324" r:id="rId26"/>
    <p:sldId id="316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3AD6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17" autoAdjust="0"/>
    <p:restoredTop sz="94660"/>
  </p:normalViewPr>
  <p:slideViewPr>
    <p:cSldViewPr>
      <p:cViewPr>
        <p:scale>
          <a:sx n="50" d="100"/>
          <a:sy n="50" d="100"/>
        </p:scale>
        <p:origin x="-52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DEE494-F86E-428B-BC12-E4FAE3EF4E82}" type="doc">
      <dgm:prSet loTypeId="urn:microsoft.com/office/officeart/2005/8/layout/radial6" loCatId="cycle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F14091D1-C92A-42AD-8990-4BEC10797B57}">
      <dgm:prSet phldrT="[Текст]" custT="1"/>
      <dgm:spPr/>
      <dgm:t>
        <a:bodyPr/>
        <a:lstStyle/>
        <a:p>
          <a:r>
            <a:rPr lang="ru-RU" sz="3200" b="1" smtClean="0">
              <a:latin typeface="Times New Roman" pitchFamily="18" charset="0"/>
              <a:cs typeface="Times New Roman" pitchFamily="18" charset="0"/>
            </a:rPr>
            <a:t>Здібності</a:t>
          </a:r>
          <a:endParaRPr lang="ru-RU" sz="3200" b="1" dirty="0">
            <a:latin typeface="Times New Roman" pitchFamily="18" charset="0"/>
            <a:cs typeface="Times New Roman" pitchFamily="18" charset="0"/>
          </a:endParaRPr>
        </a:p>
      </dgm:t>
    </dgm:pt>
    <dgm:pt modelId="{C91D1A85-F2D3-4DE5-911D-C7D8DAA5EBC6}" type="parTrans" cxnId="{5C273BCA-5043-478C-9A81-C2E9FCDCBC9E}">
      <dgm:prSet/>
      <dgm:spPr/>
      <dgm:t>
        <a:bodyPr/>
        <a:lstStyle/>
        <a:p>
          <a:endParaRPr lang="ru-RU"/>
        </a:p>
      </dgm:t>
    </dgm:pt>
    <dgm:pt modelId="{B8BD686D-9BB3-4CC3-8EDB-A2F292127B07}" type="sibTrans" cxnId="{5C273BCA-5043-478C-9A81-C2E9FCDCBC9E}">
      <dgm:prSet/>
      <dgm:spPr/>
      <dgm:t>
        <a:bodyPr/>
        <a:lstStyle/>
        <a:p>
          <a:endParaRPr lang="ru-RU"/>
        </a:p>
      </dgm:t>
    </dgm:pt>
    <dgm:pt modelId="{D63E19E2-C4DF-47B6-AE1E-F0E3B39993E1}">
      <dgm:prSet phldrT="[Текст]" custT="1"/>
      <dgm:spPr/>
      <dgm:t>
        <a:bodyPr/>
        <a:lstStyle/>
        <a:p>
          <a:r>
            <a:rPr lang="uk-UA" sz="2000" b="1" smtClean="0">
              <a:latin typeface="Times New Roman" pitchFamily="18" charset="0"/>
              <a:cs typeface="Times New Roman" pitchFamily="18" charset="0"/>
            </a:rPr>
            <a:t>Музичний слух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F84AC737-9D77-4FB3-A35B-7D876492423A}" type="parTrans" cxnId="{E16FD51B-CB17-4142-ACC9-0E961575647B}">
      <dgm:prSet/>
      <dgm:spPr/>
      <dgm:t>
        <a:bodyPr/>
        <a:lstStyle/>
        <a:p>
          <a:endParaRPr lang="ru-RU"/>
        </a:p>
      </dgm:t>
    </dgm:pt>
    <dgm:pt modelId="{2C29C313-0D44-471F-B8D7-205F78134374}" type="sibTrans" cxnId="{E16FD51B-CB17-4142-ACC9-0E961575647B}">
      <dgm:prSet/>
      <dgm:spPr/>
      <dgm:t>
        <a:bodyPr/>
        <a:lstStyle/>
        <a:p>
          <a:endParaRPr lang="ru-RU"/>
        </a:p>
      </dgm:t>
    </dgm:pt>
    <dgm:pt modelId="{2A33F8B9-BF46-4EBD-959E-B57103A336B6}">
      <dgm:prSet phldrT="[Текст]" custT="1"/>
      <dgm:spPr/>
      <dgm:t>
        <a:bodyPr/>
        <a:lstStyle/>
        <a:p>
          <a:r>
            <a:rPr lang="uk-UA" sz="2000" b="1" smtClean="0">
              <a:latin typeface="Times New Roman" pitchFamily="18" charset="0"/>
              <a:cs typeface="Times New Roman" pitchFamily="18" charset="0"/>
            </a:rPr>
            <a:t>Почуття ритму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586D8404-98EA-478D-A6C7-B852375187A3}" type="parTrans" cxnId="{2E09B3B5-EC71-4DCA-B587-41280C4427E5}">
      <dgm:prSet/>
      <dgm:spPr/>
      <dgm:t>
        <a:bodyPr/>
        <a:lstStyle/>
        <a:p>
          <a:endParaRPr lang="ru-RU"/>
        </a:p>
      </dgm:t>
    </dgm:pt>
    <dgm:pt modelId="{651EE1C5-079F-4359-83BF-0ADB0FEA7422}" type="sibTrans" cxnId="{2E09B3B5-EC71-4DCA-B587-41280C4427E5}">
      <dgm:prSet/>
      <dgm:spPr/>
      <dgm:t>
        <a:bodyPr/>
        <a:lstStyle/>
        <a:p>
          <a:endParaRPr lang="ru-RU"/>
        </a:p>
      </dgm:t>
    </dgm:pt>
    <dgm:pt modelId="{18F02148-7F65-4BE5-BAC1-9A0935F72C1E}">
      <dgm:prSet phldrT="[Текст]" custT="1"/>
      <dgm:spPr/>
      <dgm:t>
        <a:bodyPr/>
        <a:lstStyle/>
        <a:p>
          <a:r>
            <a:rPr lang="uk-UA" sz="1800" b="1" smtClean="0">
              <a:latin typeface="Times New Roman" pitchFamily="18" charset="0"/>
              <a:cs typeface="Times New Roman" pitchFamily="18" charset="0"/>
            </a:rPr>
            <a:t>Конструк-тивна уява</a:t>
          </a:r>
          <a:endParaRPr lang="ru-RU" sz="1800" b="1" dirty="0">
            <a:latin typeface="Times New Roman" pitchFamily="18" charset="0"/>
            <a:cs typeface="Times New Roman" pitchFamily="18" charset="0"/>
          </a:endParaRPr>
        </a:p>
      </dgm:t>
    </dgm:pt>
    <dgm:pt modelId="{EE8CE4E7-F561-4CB1-9432-54E34F3FB381}" type="parTrans" cxnId="{337E9384-7FB5-486C-B81A-9FE85AAFF27C}">
      <dgm:prSet/>
      <dgm:spPr/>
      <dgm:t>
        <a:bodyPr/>
        <a:lstStyle/>
        <a:p>
          <a:endParaRPr lang="ru-RU"/>
        </a:p>
      </dgm:t>
    </dgm:pt>
    <dgm:pt modelId="{D88F1C53-317F-4A32-BA4A-CF7AC4816637}" type="sibTrans" cxnId="{337E9384-7FB5-486C-B81A-9FE85AAFF27C}">
      <dgm:prSet/>
      <dgm:spPr/>
      <dgm:t>
        <a:bodyPr/>
        <a:lstStyle/>
        <a:p>
          <a:endParaRPr lang="ru-RU"/>
        </a:p>
      </dgm:t>
    </dgm:pt>
    <dgm:pt modelId="{B5991EC6-033E-4855-9C50-B420CE5E1B4D}">
      <dgm:prSet phldrT="[Текст]" custT="1"/>
      <dgm:spPr/>
      <dgm:t>
        <a:bodyPr/>
        <a:lstStyle/>
        <a:p>
          <a:r>
            <a:rPr lang="uk-UA" sz="2000" b="1" smtClean="0">
              <a:latin typeface="Times New Roman" pitchFamily="18" charset="0"/>
              <a:cs typeface="Times New Roman" pitchFamily="18" charset="0"/>
            </a:rPr>
            <a:t>Тонкість кольору-відмінності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C88676F6-86D5-4FDA-AC5F-32BC53ED305A}" type="parTrans" cxnId="{F03A7E2D-0292-487A-9F9E-B7330CE37A21}">
      <dgm:prSet/>
      <dgm:spPr/>
      <dgm:t>
        <a:bodyPr/>
        <a:lstStyle/>
        <a:p>
          <a:endParaRPr lang="ru-RU"/>
        </a:p>
      </dgm:t>
    </dgm:pt>
    <dgm:pt modelId="{B4988AED-CB14-4F23-BB56-F343185883F8}" type="sibTrans" cxnId="{F03A7E2D-0292-487A-9F9E-B7330CE37A21}">
      <dgm:prSet/>
      <dgm:spPr/>
      <dgm:t>
        <a:bodyPr/>
        <a:lstStyle/>
        <a:p>
          <a:endParaRPr lang="ru-RU"/>
        </a:p>
      </dgm:t>
    </dgm:pt>
    <dgm:pt modelId="{BA47CFD2-0E35-427E-9CDC-CF47D08E770C}">
      <dgm:prSet phldrT="[Текст]"/>
      <dgm:spPr/>
      <dgm:t>
        <a:bodyPr/>
        <a:lstStyle/>
        <a:p>
          <a:r>
            <a:rPr lang="uk-UA" b="1" dirty="0" smtClean="0">
              <a:latin typeface="Times New Roman" pitchFamily="18" charset="0"/>
              <a:cs typeface="Times New Roman" pitchFamily="18" charset="0"/>
            </a:rPr>
            <a:t>Швидкість рухової реакції</a:t>
          </a:r>
          <a:endParaRPr lang="ru-RU" b="1" dirty="0">
            <a:latin typeface="Times New Roman" pitchFamily="18" charset="0"/>
            <a:cs typeface="Times New Roman" pitchFamily="18" charset="0"/>
          </a:endParaRPr>
        </a:p>
      </dgm:t>
    </dgm:pt>
    <dgm:pt modelId="{5451B07A-D6B8-44A8-8391-AD77EABFB1B8}" type="parTrans" cxnId="{69ED0F25-FCEA-4FE7-9845-2DF01AB6FD81}">
      <dgm:prSet/>
      <dgm:spPr/>
      <dgm:t>
        <a:bodyPr/>
        <a:lstStyle/>
        <a:p>
          <a:endParaRPr lang="ru-RU"/>
        </a:p>
      </dgm:t>
    </dgm:pt>
    <dgm:pt modelId="{E7341095-1455-44FE-B161-4186E7DBC3C9}" type="sibTrans" cxnId="{69ED0F25-FCEA-4FE7-9845-2DF01AB6FD81}">
      <dgm:prSet/>
      <dgm:spPr/>
      <dgm:t>
        <a:bodyPr/>
        <a:lstStyle/>
        <a:p>
          <a:endParaRPr lang="ru-RU"/>
        </a:p>
      </dgm:t>
    </dgm:pt>
    <dgm:pt modelId="{381C2582-546E-4183-8377-E78C86D4CB26}" type="pres">
      <dgm:prSet presAssocID="{DDDEE494-F86E-428B-BC12-E4FAE3EF4E82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0ACCA33-0746-4950-A5C7-5C1DE8AC4137}" type="pres">
      <dgm:prSet presAssocID="{F14091D1-C92A-42AD-8990-4BEC10797B57}" presName="centerShape" presStyleLbl="node0" presStyleIdx="0" presStyleCnt="1" custScaleX="116819" custScaleY="107456"/>
      <dgm:spPr/>
      <dgm:t>
        <a:bodyPr/>
        <a:lstStyle/>
        <a:p>
          <a:endParaRPr lang="ru-RU"/>
        </a:p>
      </dgm:t>
    </dgm:pt>
    <dgm:pt modelId="{9BBA9B79-C602-47FF-A08E-BC22FFEB284B}" type="pres">
      <dgm:prSet presAssocID="{D63E19E2-C4DF-47B6-AE1E-F0E3B39993E1}" presName="node" presStyleLbl="node1" presStyleIdx="0" presStyleCnt="5" custScaleX="113145" custScaleY="10916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597648-05D1-4425-B04F-51046BA046B1}" type="pres">
      <dgm:prSet presAssocID="{D63E19E2-C4DF-47B6-AE1E-F0E3B39993E1}" presName="dummy" presStyleCnt="0"/>
      <dgm:spPr/>
      <dgm:t>
        <a:bodyPr/>
        <a:lstStyle/>
        <a:p>
          <a:endParaRPr lang="ru-RU"/>
        </a:p>
      </dgm:t>
    </dgm:pt>
    <dgm:pt modelId="{B3CDA41D-0AE6-4417-A5FB-0C8F9C99F0A0}" type="pres">
      <dgm:prSet presAssocID="{2C29C313-0D44-471F-B8D7-205F78134374}" presName="sibTrans" presStyleLbl="sibTrans2D1" presStyleIdx="0" presStyleCnt="5"/>
      <dgm:spPr/>
      <dgm:t>
        <a:bodyPr/>
        <a:lstStyle/>
        <a:p>
          <a:endParaRPr lang="ru-RU"/>
        </a:p>
      </dgm:t>
    </dgm:pt>
    <dgm:pt modelId="{44321EAC-1951-4CBA-9FC8-A65DE1F2A000}" type="pres">
      <dgm:prSet presAssocID="{2A33F8B9-BF46-4EBD-959E-B57103A336B6}" presName="node" presStyleLbl="node1" presStyleIdx="1" presStyleCnt="5" custScaleX="121691" custScaleY="11306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F63F668-52B2-4A0C-9F52-E0594CF30F23}" type="pres">
      <dgm:prSet presAssocID="{2A33F8B9-BF46-4EBD-959E-B57103A336B6}" presName="dummy" presStyleCnt="0"/>
      <dgm:spPr/>
      <dgm:t>
        <a:bodyPr/>
        <a:lstStyle/>
        <a:p>
          <a:endParaRPr lang="ru-RU"/>
        </a:p>
      </dgm:t>
    </dgm:pt>
    <dgm:pt modelId="{11EBA036-FF0B-4315-80C9-7D05EA1A3A42}" type="pres">
      <dgm:prSet presAssocID="{651EE1C5-079F-4359-83BF-0ADB0FEA7422}" presName="sibTrans" presStyleLbl="sibTrans2D1" presStyleIdx="1" presStyleCnt="5"/>
      <dgm:spPr/>
      <dgm:t>
        <a:bodyPr/>
        <a:lstStyle/>
        <a:p>
          <a:endParaRPr lang="ru-RU"/>
        </a:p>
      </dgm:t>
    </dgm:pt>
    <dgm:pt modelId="{2DA3D1BD-537A-4C2B-BB45-C85E67D4E794}" type="pres">
      <dgm:prSet presAssocID="{18F02148-7F65-4BE5-BAC1-9A0935F72C1E}" presName="node" presStyleLbl="node1" presStyleIdx="2" presStyleCnt="5" custScaleX="116920" custScaleY="11944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A5B50B-A853-4D4F-8057-3916C5771C8D}" type="pres">
      <dgm:prSet presAssocID="{18F02148-7F65-4BE5-BAC1-9A0935F72C1E}" presName="dummy" presStyleCnt="0"/>
      <dgm:spPr/>
      <dgm:t>
        <a:bodyPr/>
        <a:lstStyle/>
        <a:p>
          <a:endParaRPr lang="ru-RU"/>
        </a:p>
      </dgm:t>
    </dgm:pt>
    <dgm:pt modelId="{AB809D75-4F4E-4980-A412-8342F5C72D6C}" type="pres">
      <dgm:prSet presAssocID="{D88F1C53-317F-4A32-BA4A-CF7AC4816637}" presName="sibTrans" presStyleLbl="sibTrans2D1" presStyleIdx="2" presStyleCnt="5"/>
      <dgm:spPr/>
      <dgm:t>
        <a:bodyPr/>
        <a:lstStyle/>
        <a:p>
          <a:endParaRPr lang="ru-RU"/>
        </a:p>
      </dgm:t>
    </dgm:pt>
    <dgm:pt modelId="{0F53275E-33DF-4C3C-8505-FFE27BEC36C6}" type="pres">
      <dgm:prSet presAssocID="{BA47CFD2-0E35-427E-9CDC-CF47D08E770C}" presName="node" presStyleLbl="node1" presStyleIdx="3" presStyleCnt="5" custScaleX="110000" custScaleY="11000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19692A-FE74-4CA9-BE5C-D65228F138D8}" type="pres">
      <dgm:prSet presAssocID="{BA47CFD2-0E35-427E-9CDC-CF47D08E770C}" presName="dummy" presStyleCnt="0"/>
      <dgm:spPr/>
      <dgm:t>
        <a:bodyPr/>
        <a:lstStyle/>
        <a:p>
          <a:endParaRPr lang="ru-RU"/>
        </a:p>
      </dgm:t>
    </dgm:pt>
    <dgm:pt modelId="{6989D6A5-E4E5-4322-868C-9BECE077B6AB}" type="pres">
      <dgm:prSet presAssocID="{E7341095-1455-44FE-B161-4186E7DBC3C9}" presName="sibTrans" presStyleLbl="sibTrans2D1" presStyleIdx="3" presStyleCnt="5"/>
      <dgm:spPr/>
      <dgm:t>
        <a:bodyPr/>
        <a:lstStyle/>
        <a:p>
          <a:endParaRPr lang="ru-RU"/>
        </a:p>
      </dgm:t>
    </dgm:pt>
    <dgm:pt modelId="{E5F227E2-CFA3-4D03-8B23-D42DC5D09631}" type="pres">
      <dgm:prSet presAssocID="{B5991EC6-033E-4855-9C50-B420CE5E1B4D}" presName="node" presStyleLbl="node1" presStyleIdx="4" presStyleCnt="5" custScaleX="126620" custScaleY="1132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097916-4EAD-428C-8988-17B9BC99454F}" type="pres">
      <dgm:prSet presAssocID="{B5991EC6-033E-4855-9C50-B420CE5E1B4D}" presName="dummy" presStyleCnt="0"/>
      <dgm:spPr/>
      <dgm:t>
        <a:bodyPr/>
        <a:lstStyle/>
        <a:p>
          <a:endParaRPr lang="ru-RU"/>
        </a:p>
      </dgm:t>
    </dgm:pt>
    <dgm:pt modelId="{92A91FFA-991D-445D-9C26-B43BD6AACCC0}" type="pres">
      <dgm:prSet presAssocID="{B4988AED-CB14-4F23-BB56-F343185883F8}" presName="sibTrans" presStyleLbl="sibTrans2D1" presStyleIdx="4" presStyleCnt="5"/>
      <dgm:spPr/>
      <dgm:t>
        <a:bodyPr/>
        <a:lstStyle/>
        <a:p>
          <a:endParaRPr lang="ru-RU"/>
        </a:p>
      </dgm:t>
    </dgm:pt>
  </dgm:ptLst>
  <dgm:cxnLst>
    <dgm:cxn modelId="{B8AFD804-5A23-44CC-935F-A688C81A48D9}" type="presOf" srcId="{DDDEE494-F86E-428B-BC12-E4FAE3EF4E82}" destId="{381C2582-546E-4183-8377-E78C86D4CB26}" srcOrd="0" destOrd="0" presId="urn:microsoft.com/office/officeart/2005/8/layout/radial6"/>
    <dgm:cxn modelId="{2E09B3B5-EC71-4DCA-B587-41280C4427E5}" srcId="{F14091D1-C92A-42AD-8990-4BEC10797B57}" destId="{2A33F8B9-BF46-4EBD-959E-B57103A336B6}" srcOrd="1" destOrd="0" parTransId="{586D8404-98EA-478D-A6C7-B852375187A3}" sibTransId="{651EE1C5-079F-4359-83BF-0ADB0FEA7422}"/>
    <dgm:cxn modelId="{E16FD51B-CB17-4142-ACC9-0E961575647B}" srcId="{F14091D1-C92A-42AD-8990-4BEC10797B57}" destId="{D63E19E2-C4DF-47B6-AE1E-F0E3B39993E1}" srcOrd="0" destOrd="0" parTransId="{F84AC737-9D77-4FB3-A35B-7D876492423A}" sibTransId="{2C29C313-0D44-471F-B8D7-205F78134374}"/>
    <dgm:cxn modelId="{8D7A1434-6DCE-4D63-8663-25F3CDD78930}" type="presOf" srcId="{B5991EC6-033E-4855-9C50-B420CE5E1B4D}" destId="{E5F227E2-CFA3-4D03-8B23-D42DC5D09631}" srcOrd="0" destOrd="0" presId="urn:microsoft.com/office/officeart/2005/8/layout/radial6"/>
    <dgm:cxn modelId="{337E9384-7FB5-486C-B81A-9FE85AAFF27C}" srcId="{F14091D1-C92A-42AD-8990-4BEC10797B57}" destId="{18F02148-7F65-4BE5-BAC1-9A0935F72C1E}" srcOrd="2" destOrd="0" parTransId="{EE8CE4E7-F561-4CB1-9432-54E34F3FB381}" sibTransId="{D88F1C53-317F-4A32-BA4A-CF7AC4816637}"/>
    <dgm:cxn modelId="{5C273BCA-5043-478C-9A81-C2E9FCDCBC9E}" srcId="{DDDEE494-F86E-428B-BC12-E4FAE3EF4E82}" destId="{F14091D1-C92A-42AD-8990-4BEC10797B57}" srcOrd="0" destOrd="0" parTransId="{C91D1A85-F2D3-4DE5-911D-C7D8DAA5EBC6}" sibTransId="{B8BD686D-9BB3-4CC3-8EDB-A2F292127B07}"/>
    <dgm:cxn modelId="{EC7FB831-CAAD-4F5E-9B08-C220DC3DE346}" type="presOf" srcId="{BA47CFD2-0E35-427E-9CDC-CF47D08E770C}" destId="{0F53275E-33DF-4C3C-8505-FFE27BEC36C6}" srcOrd="0" destOrd="0" presId="urn:microsoft.com/office/officeart/2005/8/layout/radial6"/>
    <dgm:cxn modelId="{EF5DA85D-C35E-4123-882B-AD88177C99D1}" type="presOf" srcId="{E7341095-1455-44FE-B161-4186E7DBC3C9}" destId="{6989D6A5-E4E5-4322-868C-9BECE077B6AB}" srcOrd="0" destOrd="0" presId="urn:microsoft.com/office/officeart/2005/8/layout/radial6"/>
    <dgm:cxn modelId="{B27F72B3-C512-485D-90D1-035BF77A813C}" type="presOf" srcId="{D88F1C53-317F-4A32-BA4A-CF7AC4816637}" destId="{AB809D75-4F4E-4980-A412-8342F5C72D6C}" srcOrd="0" destOrd="0" presId="urn:microsoft.com/office/officeart/2005/8/layout/radial6"/>
    <dgm:cxn modelId="{2A1552E4-150F-4B3F-B3FE-979F60996794}" type="presOf" srcId="{2A33F8B9-BF46-4EBD-959E-B57103A336B6}" destId="{44321EAC-1951-4CBA-9FC8-A65DE1F2A000}" srcOrd="0" destOrd="0" presId="urn:microsoft.com/office/officeart/2005/8/layout/radial6"/>
    <dgm:cxn modelId="{4DC9C6EC-78AD-4280-BC40-82CDEE7EC28C}" type="presOf" srcId="{2C29C313-0D44-471F-B8D7-205F78134374}" destId="{B3CDA41D-0AE6-4417-A5FB-0C8F9C99F0A0}" srcOrd="0" destOrd="0" presId="urn:microsoft.com/office/officeart/2005/8/layout/radial6"/>
    <dgm:cxn modelId="{69ED0F25-FCEA-4FE7-9845-2DF01AB6FD81}" srcId="{F14091D1-C92A-42AD-8990-4BEC10797B57}" destId="{BA47CFD2-0E35-427E-9CDC-CF47D08E770C}" srcOrd="3" destOrd="0" parTransId="{5451B07A-D6B8-44A8-8391-AD77EABFB1B8}" sibTransId="{E7341095-1455-44FE-B161-4186E7DBC3C9}"/>
    <dgm:cxn modelId="{50201AF9-85F3-476D-BD16-003B53238596}" type="presOf" srcId="{B4988AED-CB14-4F23-BB56-F343185883F8}" destId="{92A91FFA-991D-445D-9C26-B43BD6AACCC0}" srcOrd="0" destOrd="0" presId="urn:microsoft.com/office/officeart/2005/8/layout/radial6"/>
    <dgm:cxn modelId="{60E94D6A-62FD-4697-91C6-074A6BD2377E}" type="presOf" srcId="{D63E19E2-C4DF-47B6-AE1E-F0E3B39993E1}" destId="{9BBA9B79-C602-47FF-A08E-BC22FFEB284B}" srcOrd="0" destOrd="0" presId="urn:microsoft.com/office/officeart/2005/8/layout/radial6"/>
    <dgm:cxn modelId="{141760A1-63A5-4A9C-8307-1543D7914C6A}" type="presOf" srcId="{651EE1C5-079F-4359-83BF-0ADB0FEA7422}" destId="{11EBA036-FF0B-4315-80C9-7D05EA1A3A42}" srcOrd="0" destOrd="0" presId="urn:microsoft.com/office/officeart/2005/8/layout/radial6"/>
    <dgm:cxn modelId="{B80503A2-7CE5-4366-914E-1357AD59874B}" type="presOf" srcId="{F14091D1-C92A-42AD-8990-4BEC10797B57}" destId="{A0ACCA33-0746-4950-A5C7-5C1DE8AC4137}" srcOrd="0" destOrd="0" presId="urn:microsoft.com/office/officeart/2005/8/layout/radial6"/>
    <dgm:cxn modelId="{F44B0D26-0B6C-4FD1-969E-D14371147259}" type="presOf" srcId="{18F02148-7F65-4BE5-BAC1-9A0935F72C1E}" destId="{2DA3D1BD-537A-4C2B-BB45-C85E67D4E794}" srcOrd="0" destOrd="0" presId="urn:microsoft.com/office/officeart/2005/8/layout/radial6"/>
    <dgm:cxn modelId="{F03A7E2D-0292-487A-9F9E-B7330CE37A21}" srcId="{F14091D1-C92A-42AD-8990-4BEC10797B57}" destId="{B5991EC6-033E-4855-9C50-B420CE5E1B4D}" srcOrd="4" destOrd="0" parTransId="{C88676F6-86D5-4FDA-AC5F-32BC53ED305A}" sibTransId="{B4988AED-CB14-4F23-BB56-F343185883F8}"/>
    <dgm:cxn modelId="{CA0577D0-AA58-4E58-969D-67465763BC84}" type="presParOf" srcId="{381C2582-546E-4183-8377-E78C86D4CB26}" destId="{A0ACCA33-0746-4950-A5C7-5C1DE8AC4137}" srcOrd="0" destOrd="0" presId="urn:microsoft.com/office/officeart/2005/8/layout/radial6"/>
    <dgm:cxn modelId="{36EB81CC-541F-45B6-A0D9-F3139C36B94E}" type="presParOf" srcId="{381C2582-546E-4183-8377-E78C86D4CB26}" destId="{9BBA9B79-C602-47FF-A08E-BC22FFEB284B}" srcOrd="1" destOrd="0" presId="urn:microsoft.com/office/officeart/2005/8/layout/radial6"/>
    <dgm:cxn modelId="{7A962B22-D598-4CEF-945D-E76696A25FEF}" type="presParOf" srcId="{381C2582-546E-4183-8377-E78C86D4CB26}" destId="{1D597648-05D1-4425-B04F-51046BA046B1}" srcOrd="2" destOrd="0" presId="urn:microsoft.com/office/officeart/2005/8/layout/radial6"/>
    <dgm:cxn modelId="{D7894056-5AED-4A1C-AE1C-B105DD438321}" type="presParOf" srcId="{381C2582-546E-4183-8377-E78C86D4CB26}" destId="{B3CDA41D-0AE6-4417-A5FB-0C8F9C99F0A0}" srcOrd="3" destOrd="0" presId="urn:microsoft.com/office/officeart/2005/8/layout/radial6"/>
    <dgm:cxn modelId="{3D5BD88C-0F4A-4899-B600-17C99C8E8BF2}" type="presParOf" srcId="{381C2582-546E-4183-8377-E78C86D4CB26}" destId="{44321EAC-1951-4CBA-9FC8-A65DE1F2A000}" srcOrd="4" destOrd="0" presId="urn:microsoft.com/office/officeart/2005/8/layout/radial6"/>
    <dgm:cxn modelId="{FDB71ABE-1A05-44EC-9773-229B23B92F50}" type="presParOf" srcId="{381C2582-546E-4183-8377-E78C86D4CB26}" destId="{9F63F668-52B2-4A0C-9F52-E0594CF30F23}" srcOrd="5" destOrd="0" presId="urn:microsoft.com/office/officeart/2005/8/layout/radial6"/>
    <dgm:cxn modelId="{7255123B-E526-449E-9116-91A532234A9A}" type="presParOf" srcId="{381C2582-546E-4183-8377-E78C86D4CB26}" destId="{11EBA036-FF0B-4315-80C9-7D05EA1A3A42}" srcOrd="6" destOrd="0" presId="urn:microsoft.com/office/officeart/2005/8/layout/radial6"/>
    <dgm:cxn modelId="{8CB0F60C-3B9F-47B9-AE2C-F80364504D9A}" type="presParOf" srcId="{381C2582-546E-4183-8377-E78C86D4CB26}" destId="{2DA3D1BD-537A-4C2B-BB45-C85E67D4E794}" srcOrd="7" destOrd="0" presId="urn:microsoft.com/office/officeart/2005/8/layout/radial6"/>
    <dgm:cxn modelId="{B0EC6F49-4B9D-4C3B-AFE0-123DDC5A2C68}" type="presParOf" srcId="{381C2582-546E-4183-8377-E78C86D4CB26}" destId="{A2A5B50B-A853-4D4F-8057-3916C5771C8D}" srcOrd="8" destOrd="0" presId="urn:microsoft.com/office/officeart/2005/8/layout/radial6"/>
    <dgm:cxn modelId="{AF0C0559-94A4-4349-B715-B1A74D3A0B55}" type="presParOf" srcId="{381C2582-546E-4183-8377-E78C86D4CB26}" destId="{AB809D75-4F4E-4980-A412-8342F5C72D6C}" srcOrd="9" destOrd="0" presId="urn:microsoft.com/office/officeart/2005/8/layout/radial6"/>
    <dgm:cxn modelId="{D98864FE-F69C-4FF3-BF17-88E71B936CBE}" type="presParOf" srcId="{381C2582-546E-4183-8377-E78C86D4CB26}" destId="{0F53275E-33DF-4C3C-8505-FFE27BEC36C6}" srcOrd="10" destOrd="0" presId="urn:microsoft.com/office/officeart/2005/8/layout/radial6"/>
    <dgm:cxn modelId="{2D8CCBB7-1D7F-4D18-9830-0B8AF143C598}" type="presParOf" srcId="{381C2582-546E-4183-8377-E78C86D4CB26}" destId="{B719692A-FE74-4CA9-BE5C-D65228F138D8}" srcOrd="11" destOrd="0" presId="urn:microsoft.com/office/officeart/2005/8/layout/radial6"/>
    <dgm:cxn modelId="{83742C59-5BE2-435A-9FDC-52B7C79EA756}" type="presParOf" srcId="{381C2582-546E-4183-8377-E78C86D4CB26}" destId="{6989D6A5-E4E5-4322-868C-9BECE077B6AB}" srcOrd="12" destOrd="0" presId="urn:microsoft.com/office/officeart/2005/8/layout/radial6"/>
    <dgm:cxn modelId="{4FE84A2E-8388-4220-B16D-2F6F9B31078A}" type="presParOf" srcId="{381C2582-546E-4183-8377-E78C86D4CB26}" destId="{E5F227E2-CFA3-4D03-8B23-D42DC5D09631}" srcOrd="13" destOrd="0" presId="urn:microsoft.com/office/officeart/2005/8/layout/radial6"/>
    <dgm:cxn modelId="{AE5E26D7-151F-4071-A223-00FD8C0906B2}" type="presParOf" srcId="{381C2582-546E-4183-8377-E78C86D4CB26}" destId="{08097916-4EAD-428C-8988-17B9BC99454F}" srcOrd="14" destOrd="0" presId="urn:microsoft.com/office/officeart/2005/8/layout/radial6"/>
    <dgm:cxn modelId="{B0A1224C-BD84-4811-809E-92739857612B}" type="presParOf" srcId="{381C2582-546E-4183-8377-E78C86D4CB26}" destId="{92A91FFA-991D-445D-9C26-B43BD6AACCC0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3161B7-C37C-49BC-9F11-537F9B4A1EBB}" type="doc">
      <dgm:prSet loTypeId="urn:microsoft.com/office/officeart/2005/8/layout/radial5" loCatId="cycle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BE0EC062-313E-48FF-8A52-B2B6755D3CF2}">
      <dgm:prSet phldrT="[Текст]" custT="1"/>
      <dgm:spPr/>
      <dgm:t>
        <a:bodyPr/>
        <a:lstStyle/>
        <a:p>
          <a:r>
            <a:rPr lang="uk-UA" sz="2400" b="1" dirty="0" smtClean="0">
              <a:latin typeface="Times New Roman" pitchFamily="18" charset="0"/>
              <a:cs typeface="Times New Roman" pitchFamily="18" charset="0"/>
            </a:rPr>
            <a:t>Показники творчих здібностей</a:t>
          </a:r>
          <a:endParaRPr lang="ru-RU" sz="2400" b="1" dirty="0">
            <a:latin typeface="Times New Roman" pitchFamily="18" charset="0"/>
            <a:cs typeface="Times New Roman" pitchFamily="18" charset="0"/>
          </a:endParaRPr>
        </a:p>
      </dgm:t>
    </dgm:pt>
    <dgm:pt modelId="{6437EB8D-6C17-49F5-B345-9AB70412C300}" type="parTrans" cxnId="{08D58B40-6FA4-45A5-AF4A-823230DE4C83}">
      <dgm:prSet/>
      <dgm:spPr/>
      <dgm:t>
        <a:bodyPr/>
        <a:lstStyle/>
        <a:p>
          <a:endParaRPr lang="ru-RU"/>
        </a:p>
      </dgm:t>
    </dgm:pt>
    <dgm:pt modelId="{28C7B8A0-8ED5-4CB1-94D0-14FC77DDC647}" type="sibTrans" cxnId="{08D58B40-6FA4-45A5-AF4A-823230DE4C83}">
      <dgm:prSet/>
      <dgm:spPr/>
      <dgm:t>
        <a:bodyPr/>
        <a:lstStyle/>
        <a:p>
          <a:endParaRPr lang="ru-RU"/>
        </a:p>
      </dgm:t>
    </dgm:pt>
    <dgm:pt modelId="{B5B06341-AC15-4FC1-8FE4-F54521720244}">
      <dgm:prSet phldrT="[Текст]" custT="1"/>
      <dgm:spPr/>
      <dgm:t>
        <a:bodyPr/>
        <a:lstStyle/>
        <a:p>
          <a:r>
            <a:rPr lang="uk-UA" sz="2000" b="1" smtClean="0">
              <a:latin typeface="Times New Roman" pitchFamily="18" charset="0"/>
              <a:cs typeface="Times New Roman" pitchFamily="18" charset="0"/>
            </a:rPr>
            <a:t>Швидкість</a:t>
          </a:r>
          <a:r>
            <a:rPr lang="uk-UA" sz="2400" b="1" smtClean="0">
              <a:latin typeface="Times New Roman" pitchFamily="18" charset="0"/>
              <a:cs typeface="Times New Roman" pitchFamily="18" charset="0"/>
            </a:rPr>
            <a:t> думки</a:t>
          </a:r>
          <a:endParaRPr lang="ru-RU" sz="2400" b="1" dirty="0">
            <a:latin typeface="Times New Roman" pitchFamily="18" charset="0"/>
            <a:cs typeface="Times New Roman" pitchFamily="18" charset="0"/>
          </a:endParaRPr>
        </a:p>
      </dgm:t>
    </dgm:pt>
    <dgm:pt modelId="{4A1D4411-29AE-40D3-B2D6-FC415C145836}" type="parTrans" cxnId="{FD1D3B07-D2EB-47F1-B258-5BED0C333DAC}">
      <dgm:prSet/>
      <dgm:spPr/>
      <dgm:t>
        <a:bodyPr/>
        <a:lstStyle/>
        <a:p>
          <a:endParaRPr lang="ru-RU"/>
        </a:p>
      </dgm:t>
    </dgm:pt>
    <dgm:pt modelId="{1B0EA959-C3F9-40AD-924B-E778CB2F3CF8}" type="sibTrans" cxnId="{FD1D3B07-D2EB-47F1-B258-5BED0C333DAC}">
      <dgm:prSet/>
      <dgm:spPr/>
      <dgm:t>
        <a:bodyPr/>
        <a:lstStyle/>
        <a:p>
          <a:endParaRPr lang="ru-RU"/>
        </a:p>
      </dgm:t>
    </dgm:pt>
    <dgm:pt modelId="{A9EFAC14-B94B-43A6-B7FA-D9AA837DD033}">
      <dgm:prSet phldrT="[Текст]" custT="1"/>
      <dgm:spPr/>
      <dgm:t>
        <a:bodyPr/>
        <a:lstStyle/>
        <a:p>
          <a:r>
            <a:rPr lang="uk-UA" sz="2000" b="1" dirty="0" smtClean="0">
              <a:latin typeface="Times New Roman" pitchFamily="18" charset="0"/>
              <a:cs typeface="Times New Roman" pitchFamily="18" charset="0"/>
            </a:rPr>
            <a:t>Гнучкість думки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0BE9852D-3DAB-4749-B7A0-E226F792DBA1}" type="parTrans" cxnId="{952B2F34-958B-4761-BAB0-D5EFEBAF2870}">
      <dgm:prSet/>
      <dgm:spPr/>
      <dgm:t>
        <a:bodyPr/>
        <a:lstStyle/>
        <a:p>
          <a:endParaRPr lang="ru-RU"/>
        </a:p>
      </dgm:t>
    </dgm:pt>
    <dgm:pt modelId="{B27E63D8-0CCF-443F-888D-C59567905ED9}" type="sibTrans" cxnId="{952B2F34-958B-4761-BAB0-D5EFEBAF2870}">
      <dgm:prSet/>
      <dgm:spPr/>
      <dgm:t>
        <a:bodyPr/>
        <a:lstStyle/>
        <a:p>
          <a:endParaRPr lang="ru-RU"/>
        </a:p>
      </dgm:t>
    </dgm:pt>
    <dgm:pt modelId="{6F31EA53-5450-43F7-9070-BB41B404E69C}">
      <dgm:prSet phldrT="[Текст]" custT="1"/>
      <dgm:spPr/>
      <dgm:t>
        <a:bodyPr/>
        <a:lstStyle/>
        <a:p>
          <a:r>
            <a:rPr lang="uk-UA" sz="2000" b="1" smtClean="0">
              <a:latin typeface="Times New Roman" pitchFamily="18" charset="0"/>
              <a:cs typeface="Times New Roman" pitchFamily="18" charset="0"/>
            </a:rPr>
            <a:t>Оригінальність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C644A98D-8612-4123-9EA6-732E0D3CD171}" type="parTrans" cxnId="{74530FEB-05C8-4131-8F30-5D05A74A2C32}">
      <dgm:prSet/>
      <dgm:spPr/>
      <dgm:t>
        <a:bodyPr/>
        <a:lstStyle/>
        <a:p>
          <a:endParaRPr lang="ru-RU"/>
        </a:p>
      </dgm:t>
    </dgm:pt>
    <dgm:pt modelId="{2654F0E9-3B27-41F6-80D3-D913A8C17617}" type="sibTrans" cxnId="{74530FEB-05C8-4131-8F30-5D05A74A2C32}">
      <dgm:prSet/>
      <dgm:spPr/>
      <dgm:t>
        <a:bodyPr/>
        <a:lstStyle/>
        <a:p>
          <a:endParaRPr lang="ru-RU"/>
        </a:p>
      </dgm:t>
    </dgm:pt>
    <dgm:pt modelId="{8179D7DC-97F2-4F57-8D7C-9AE57796BE14}">
      <dgm:prSet phldrT="[Текст]" custT="1"/>
      <dgm:spPr/>
      <dgm:t>
        <a:bodyPr/>
        <a:lstStyle/>
        <a:p>
          <a:r>
            <a:rPr lang="uk-UA" sz="2000" b="1" i="0" dirty="0" smtClean="0">
              <a:latin typeface="Times New Roman" pitchFamily="18" charset="0"/>
              <a:cs typeface="Times New Roman" pitchFamily="18" charset="0"/>
            </a:rPr>
            <a:t>Допитливість</a:t>
          </a:r>
          <a:endParaRPr lang="ru-RU" sz="2000" b="1" i="0" dirty="0">
            <a:latin typeface="Times New Roman" pitchFamily="18" charset="0"/>
            <a:cs typeface="Times New Roman" pitchFamily="18" charset="0"/>
          </a:endParaRPr>
        </a:p>
      </dgm:t>
    </dgm:pt>
    <dgm:pt modelId="{9442EF04-6DC6-4BF4-B4AE-D4129D5702B4}" type="parTrans" cxnId="{7038E77C-83CD-4E81-8673-480DE2B3A5DF}">
      <dgm:prSet/>
      <dgm:spPr/>
      <dgm:t>
        <a:bodyPr/>
        <a:lstStyle/>
        <a:p>
          <a:endParaRPr lang="ru-RU"/>
        </a:p>
      </dgm:t>
    </dgm:pt>
    <dgm:pt modelId="{0CC91824-B848-4575-B75F-DC3DA44C8400}" type="sibTrans" cxnId="{7038E77C-83CD-4E81-8673-480DE2B3A5DF}">
      <dgm:prSet/>
      <dgm:spPr/>
      <dgm:t>
        <a:bodyPr/>
        <a:lstStyle/>
        <a:p>
          <a:endParaRPr lang="ru-RU"/>
        </a:p>
      </dgm:t>
    </dgm:pt>
    <dgm:pt modelId="{E5D68BF2-76B4-4765-ABF1-B4DCD256E02A}">
      <dgm:prSet phldrT="[Текст]" custT="1"/>
      <dgm:spPr/>
      <dgm:t>
        <a:bodyPr/>
        <a:lstStyle/>
        <a:p>
          <a:r>
            <a:rPr lang="uk-UA" sz="2000" b="1" dirty="0" smtClean="0">
              <a:latin typeface="Times New Roman" pitchFamily="18" charset="0"/>
              <a:cs typeface="Times New Roman" pitchFamily="18" charset="0"/>
            </a:rPr>
            <a:t>Точність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7BEDA06D-AD48-427A-BE1B-B9919F6F14E1}" type="parTrans" cxnId="{5ECB5D4B-02A7-4461-901D-6BA4A5531FB9}">
      <dgm:prSet/>
      <dgm:spPr/>
      <dgm:t>
        <a:bodyPr/>
        <a:lstStyle/>
        <a:p>
          <a:endParaRPr lang="ru-RU"/>
        </a:p>
      </dgm:t>
    </dgm:pt>
    <dgm:pt modelId="{F334CC4E-E4C8-4528-B987-7706395328DA}" type="sibTrans" cxnId="{5ECB5D4B-02A7-4461-901D-6BA4A5531FB9}">
      <dgm:prSet/>
      <dgm:spPr/>
      <dgm:t>
        <a:bodyPr/>
        <a:lstStyle/>
        <a:p>
          <a:endParaRPr lang="ru-RU"/>
        </a:p>
      </dgm:t>
    </dgm:pt>
    <dgm:pt modelId="{E5108D27-7478-47BA-BB7C-B0432CBDBC5A}">
      <dgm:prSet phldrT="[Текст]" custT="1"/>
      <dgm:spPr/>
      <dgm:t>
        <a:bodyPr/>
        <a:lstStyle/>
        <a:p>
          <a:r>
            <a:rPr lang="uk-UA" sz="2000" b="1" smtClean="0">
              <a:latin typeface="Times New Roman" pitchFamily="18" charset="0"/>
              <a:cs typeface="Times New Roman" pitchFamily="18" charset="0"/>
            </a:rPr>
            <a:t>Сміливість</a:t>
          </a:r>
          <a:endParaRPr lang="ru-RU" sz="2000" b="1" dirty="0">
            <a:latin typeface="Times New Roman" pitchFamily="18" charset="0"/>
            <a:cs typeface="Times New Roman" pitchFamily="18" charset="0"/>
          </a:endParaRPr>
        </a:p>
      </dgm:t>
    </dgm:pt>
    <dgm:pt modelId="{0B563BAE-330E-4EFD-B3F0-E30DC10C0602}" type="parTrans" cxnId="{623A1977-8C7C-4F92-A6DE-4EFCC50C451B}">
      <dgm:prSet/>
      <dgm:spPr/>
      <dgm:t>
        <a:bodyPr/>
        <a:lstStyle/>
        <a:p>
          <a:endParaRPr lang="ru-RU"/>
        </a:p>
      </dgm:t>
    </dgm:pt>
    <dgm:pt modelId="{0978A03E-8685-4F1E-86C6-F810C457E3EB}" type="sibTrans" cxnId="{623A1977-8C7C-4F92-A6DE-4EFCC50C451B}">
      <dgm:prSet/>
      <dgm:spPr/>
      <dgm:t>
        <a:bodyPr/>
        <a:lstStyle/>
        <a:p>
          <a:endParaRPr lang="ru-RU"/>
        </a:p>
      </dgm:t>
    </dgm:pt>
    <dgm:pt modelId="{DD7F077F-AF02-4789-BC8D-067AFCC3F7A7}" type="pres">
      <dgm:prSet presAssocID="{923161B7-C37C-49BC-9F11-537F9B4A1EBB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48EFAAD-92C6-42B6-94E9-BD3D6D340310}" type="pres">
      <dgm:prSet presAssocID="{BE0EC062-313E-48FF-8A52-B2B6755D3CF2}" presName="centerShape" presStyleLbl="node0" presStyleIdx="0" presStyleCnt="1" custScaleX="160624" custScaleY="128607" custLinFactNeighborX="-4673" custLinFactNeighborY="-2377"/>
      <dgm:spPr/>
      <dgm:t>
        <a:bodyPr/>
        <a:lstStyle/>
        <a:p>
          <a:endParaRPr lang="ru-RU"/>
        </a:p>
      </dgm:t>
    </dgm:pt>
    <dgm:pt modelId="{F8D98FB3-106E-4A0E-849C-3A596932748E}" type="pres">
      <dgm:prSet presAssocID="{4A1D4411-29AE-40D3-B2D6-FC415C145836}" presName="parTrans" presStyleLbl="sibTrans2D1" presStyleIdx="0" presStyleCnt="6"/>
      <dgm:spPr/>
      <dgm:t>
        <a:bodyPr/>
        <a:lstStyle/>
        <a:p>
          <a:endParaRPr lang="ru-RU"/>
        </a:p>
      </dgm:t>
    </dgm:pt>
    <dgm:pt modelId="{FBA17B31-76CC-4CCF-BA22-7ADCD4B0C71C}" type="pres">
      <dgm:prSet presAssocID="{4A1D4411-29AE-40D3-B2D6-FC415C145836}" presName="connectorText" presStyleLbl="sibTrans2D1" presStyleIdx="0" presStyleCnt="6"/>
      <dgm:spPr/>
      <dgm:t>
        <a:bodyPr/>
        <a:lstStyle/>
        <a:p>
          <a:endParaRPr lang="ru-RU"/>
        </a:p>
      </dgm:t>
    </dgm:pt>
    <dgm:pt modelId="{EF645008-7BA4-4EF8-AEB0-C7482C620554}" type="pres">
      <dgm:prSet presAssocID="{B5B06341-AC15-4FC1-8FE4-F54521720244}" presName="node" presStyleLbl="node1" presStyleIdx="0" presStyleCnt="6" custScaleX="126542" custScaleY="11544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FE11B1-33E5-4E61-AFF3-BF71E4B46205}" type="pres">
      <dgm:prSet presAssocID="{0BE9852D-3DAB-4749-B7A0-E226F792DBA1}" presName="parTrans" presStyleLbl="sibTrans2D1" presStyleIdx="1" presStyleCnt="6"/>
      <dgm:spPr/>
      <dgm:t>
        <a:bodyPr/>
        <a:lstStyle/>
        <a:p>
          <a:endParaRPr lang="ru-RU"/>
        </a:p>
      </dgm:t>
    </dgm:pt>
    <dgm:pt modelId="{35A99737-6358-457C-9C5A-569FF9A12B95}" type="pres">
      <dgm:prSet presAssocID="{0BE9852D-3DAB-4749-B7A0-E226F792DBA1}" presName="connectorText" presStyleLbl="sibTrans2D1" presStyleIdx="1" presStyleCnt="6"/>
      <dgm:spPr/>
      <dgm:t>
        <a:bodyPr/>
        <a:lstStyle/>
        <a:p>
          <a:endParaRPr lang="ru-RU"/>
        </a:p>
      </dgm:t>
    </dgm:pt>
    <dgm:pt modelId="{05455A1D-63FC-4901-9689-D906083EB420}" type="pres">
      <dgm:prSet presAssocID="{A9EFAC14-B94B-43A6-B7FA-D9AA837DD033}" presName="node" presStyleLbl="node1" presStyleIdx="1" presStyleCnt="6" custScaleX="147258" custScaleY="121000" custRadScaleRad="119801" custRadScaleInc="-63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2857781-525B-4C84-8C5B-A2AAA9B6025A}" type="pres">
      <dgm:prSet presAssocID="{C644A98D-8612-4123-9EA6-732E0D3CD171}" presName="parTrans" presStyleLbl="sibTrans2D1" presStyleIdx="2" presStyleCnt="6"/>
      <dgm:spPr/>
      <dgm:t>
        <a:bodyPr/>
        <a:lstStyle/>
        <a:p>
          <a:endParaRPr lang="ru-RU"/>
        </a:p>
      </dgm:t>
    </dgm:pt>
    <dgm:pt modelId="{3D905A4B-30C5-4E81-8BC9-BE07CE95EA6F}" type="pres">
      <dgm:prSet presAssocID="{C644A98D-8612-4123-9EA6-732E0D3CD171}" presName="connectorText" presStyleLbl="sibTrans2D1" presStyleIdx="2" presStyleCnt="6"/>
      <dgm:spPr/>
      <dgm:t>
        <a:bodyPr/>
        <a:lstStyle/>
        <a:p>
          <a:endParaRPr lang="ru-RU"/>
        </a:p>
      </dgm:t>
    </dgm:pt>
    <dgm:pt modelId="{B19B8F22-0C9D-4F88-9AA5-2DDAB2D94017}" type="pres">
      <dgm:prSet presAssocID="{6F31EA53-5450-43F7-9070-BB41B404E69C}" presName="node" presStyleLbl="node1" presStyleIdx="2" presStyleCnt="6" custScaleX="155970" custScaleY="125791" custRadScaleRad="125281" custRadScaleInc="-684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0CE1933-F2F4-44D9-9D3F-F26DC5159D6D}" type="pres">
      <dgm:prSet presAssocID="{9442EF04-6DC6-4BF4-B4AE-D4129D5702B4}" presName="parTrans" presStyleLbl="sibTrans2D1" presStyleIdx="3" presStyleCnt="6"/>
      <dgm:spPr/>
      <dgm:t>
        <a:bodyPr/>
        <a:lstStyle/>
        <a:p>
          <a:endParaRPr lang="ru-RU"/>
        </a:p>
      </dgm:t>
    </dgm:pt>
    <dgm:pt modelId="{862F3863-FA30-4639-950D-3FB009162402}" type="pres">
      <dgm:prSet presAssocID="{9442EF04-6DC6-4BF4-B4AE-D4129D5702B4}" presName="connectorText" presStyleLbl="sibTrans2D1" presStyleIdx="3" presStyleCnt="6"/>
      <dgm:spPr/>
      <dgm:t>
        <a:bodyPr/>
        <a:lstStyle/>
        <a:p>
          <a:endParaRPr lang="ru-RU"/>
        </a:p>
      </dgm:t>
    </dgm:pt>
    <dgm:pt modelId="{F66A3BC2-98FF-4389-95F5-377B3D7DAD8A}" type="pres">
      <dgm:prSet presAssocID="{8179D7DC-97F2-4F57-8D7C-9AE57796BE14}" presName="node" presStyleLbl="node1" presStyleIdx="3" presStyleCnt="6" custScaleX="133100" custScaleY="133100" custRadScaleRad="99671" custRadScaleInc="117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27761D-F68B-4D26-AC50-BCF219B7DCBF}" type="pres">
      <dgm:prSet presAssocID="{7BEDA06D-AD48-427A-BE1B-B9919F6F14E1}" presName="parTrans" presStyleLbl="sibTrans2D1" presStyleIdx="4" presStyleCnt="6"/>
      <dgm:spPr/>
      <dgm:t>
        <a:bodyPr/>
        <a:lstStyle/>
        <a:p>
          <a:endParaRPr lang="ru-RU"/>
        </a:p>
      </dgm:t>
    </dgm:pt>
    <dgm:pt modelId="{7612FA8B-5B28-4142-BEE5-F4BC6E39FD60}" type="pres">
      <dgm:prSet presAssocID="{7BEDA06D-AD48-427A-BE1B-B9919F6F14E1}" presName="connectorText" presStyleLbl="sibTrans2D1" presStyleIdx="4" presStyleCnt="6"/>
      <dgm:spPr/>
      <dgm:t>
        <a:bodyPr/>
        <a:lstStyle/>
        <a:p>
          <a:endParaRPr lang="ru-RU"/>
        </a:p>
      </dgm:t>
    </dgm:pt>
    <dgm:pt modelId="{CE171AA9-D9EE-4D1B-ADB6-2B20176240FD}" type="pres">
      <dgm:prSet presAssocID="{E5D68BF2-76B4-4765-ABF1-B4DCD256E02A}" presName="node" presStyleLbl="node1" presStyleIdx="4" presStyleCnt="6" custScaleX="151225" custScaleY="133100" custRadScaleRad="138191" custRadScaleInc="3587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9B4363-CF31-43EA-8B28-B04A64F832D3}" type="pres">
      <dgm:prSet presAssocID="{0B563BAE-330E-4EFD-B3F0-E30DC10C0602}" presName="parTrans" presStyleLbl="sibTrans2D1" presStyleIdx="5" presStyleCnt="6"/>
      <dgm:spPr/>
      <dgm:t>
        <a:bodyPr/>
        <a:lstStyle/>
        <a:p>
          <a:endParaRPr lang="ru-RU"/>
        </a:p>
      </dgm:t>
    </dgm:pt>
    <dgm:pt modelId="{4CD387B3-E8CA-40C2-A27F-3A2DCDD33314}" type="pres">
      <dgm:prSet presAssocID="{0B563BAE-330E-4EFD-B3F0-E30DC10C0602}" presName="connectorText" presStyleLbl="sibTrans2D1" presStyleIdx="5" presStyleCnt="6"/>
      <dgm:spPr/>
      <dgm:t>
        <a:bodyPr/>
        <a:lstStyle/>
        <a:p>
          <a:endParaRPr lang="ru-RU"/>
        </a:p>
      </dgm:t>
    </dgm:pt>
    <dgm:pt modelId="{C05AA5D5-5507-41AD-8362-D97EEA343694}" type="pres">
      <dgm:prSet presAssocID="{E5108D27-7478-47BA-BB7C-B0432CBDBC5A}" presName="node" presStyleLbl="node1" presStyleIdx="5" presStyleCnt="6" custScaleX="139876" custScaleY="121000" custRadScaleRad="135324" custRadScaleInc="-116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DE9F06C-2123-49C0-9A9E-211DA5271BF3}" type="presOf" srcId="{BE0EC062-313E-48FF-8A52-B2B6755D3CF2}" destId="{048EFAAD-92C6-42B6-94E9-BD3D6D340310}" srcOrd="0" destOrd="0" presId="urn:microsoft.com/office/officeart/2005/8/layout/radial5"/>
    <dgm:cxn modelId="{71818B0B-9039-43B1-98E5-FF77A1BBB69B}" type="presOf" srcId="{C644A98D-8612-4123-9EA6-732E0D3CD171}" destId="{3D905A4B-30C5-4E81-8BC9-BE07CE95EA6F}" srcOrd="1" destOrd="0" presId="urn:microsoft.com/office/officeart/2005/8/layout/radial5"/>
    <dgm:cxn modelId="{616379F3-73F4-483F-B1B9-042EB33DED44}" type="presOf" srcId="{4A1D4411-29AE-40D3-B2D6-FC415C145836}" destId="{F8D98FB3-106E-4A0E-849C-3A596932748E}" srcOrd="0" destOrd="0" presId="urn:microsoft.com/office/officeart/2005/8/layout/radial5"/>
    <dgm:cxn modelId="{B3D53D90-3175-4008-99D7-00738832E2FC}" type="presOf" srcId="{6F31EA53-5450-43F7-9070-BB41B404E69C}" destId="{B19B8F22-0C9D-4F88-9AA5-2DDAB2D94017}" srcOrd="0" destOrd="0" presId="urn:microsoft.com/office/officeart/2005/8/layout/radial5"/>
    <dgm:cxn modelId="{24105912-1A6B-4721-948A-6DA0FD71E22C}" type="presOf" srcId="{7BEDA06D-AD48-427A-BE1B-B9919F6F14E1}" destId="{FA27761D-F68B-4D26-AC50-BCF219B7DCBF}" srcOrd="0" destOrd="0" presId="urn:microsoft.com/office/officeart/2005/8/layout/radial5"/>
    <dgm:cxn modelId="{BF3EA911-2A94-4403-B585-4E120BF7D8D2}" type="presOf" srcId="{0BE9852D-3DAB-4749-B7A0-E226F792DBA1}" destId="{35A99737-6358-457C-9C5A-569FF9A12B95}" srcOrd="1" destOrd="0" presId="urn:microsoft.com/office/officeart/2005/8/layout/radial5"/>
    <dgm:cxn modelId="{2FD41F9C-364D-422A-B564-8CF8050362BA}" type="presOf" srcId="{4A1D4411-29AE-40D3-B2D6-FC415C145836}" destId="{FBA17B31-76CC-4CCF-BA22-7ADCD4B0C71C}" srcOrd="1" destOrd="0" presId="urn:microsoft.com/office/officeart/2005/8/layout/radial5"/>
    <dgm:cxn modelId="{623A1977-8C7C-4F92-A6DE-4EFCC50C451B}" srcId="{BE0EC062-313E-48FF-8A52-B2B6755D3CF2}" destId="{E5108D27-7478-47BA-BB7C-B0432CBDBC5A}" srcOrd="5" destOrd="0" parTransId="{0B563BAE-330E-4EFD-B3F0-E30DC10C0602}" sibTransId="{0978A03E-8685-4F1E-86C6-F810C457E3EB}"/>
    <dgm:cxn modelId="{474A6F02-CBCA-4AFA-80CA-D8186A2A1255}" type="presOf" srcId="{8179D7DC-97F2-4F57-8D7C-9AE57796BE14}" destId="{F66A3BC2-98FF-4389-95F5-377B3D7DAD8A}" srcOrd="0" destOrd="0" presId="urn:microsoft.com/office/officeart/2005/8/layout/radial5"/>
    <dgm:cxn modelId="{B81C09B0-9F9E-47B1-8FB5-E20D9DD8763F}" type="presOf" srcId="{E5D68BF2-76B4-4765-ABF1-B4DCD256E02A}" destId="{CE171AA9-D9EE-4D1B-ADB6-2B20176240FD}" srcOrd="0" destOrd="0" presId="urn:microsoft.com/office/officeart/2005/8/layout/radial5"/>
    <dgm:cxn modelId="{7038E77C-83CD-4E81-8673-480DE2B3A5DF}" srcId="{BE0EC062-313E-48FF-8A52-B2B6755D3CF2}" destId="{8179D7DC-97F2-4F57-8D7C-9AE57796BE14}" srcOrd="3" destOrd="0" parTransId="{9442EF04-6DC6-4BF4-B4AE-D4129D5702B4}" sibTransId="{0CC91824-B848-4575-B75F-DC3DA44C8400}"/>
    <dgm:cxn modelId="{0C021043-E836-43F8-ACE7-4F082093AA8F}" type="presOf" srcId="{923161B7-C37C-49BC-9F11-537F9B4A1EBB}" destId="{DD7F077F-AF02-4789-BC8D-067AFCC3F7A7}" srcOrd="0" destOrd="0" presId="urn:microsoft.com/office/officeart/2005/8/layout/radial5"/>
    <dgm:cxn modelId="{F05C8E70-DF19-49AC-9A60-E22A4E933495}" type="presOf" srcId="{C644A98D-8612-4123-9EA6-732E0D3CD171}" destId="{12857781-525B-4C84-8C5B-A2AAA9B6025A}" srcOrd="0" destOrd="0" presId="urn:microsoft.com/office/officeart/2005/8/layout/radial5"/>
    <dgm:cxn modelId="{7BEB57F9-13DD-4C23-AD37-45444AA71AAC}" type="presOf" srcId="{A9EFAC14-B94B-43A6-B7FA-D9AA837DD033}" destId="{05455A1D-63FC-4901-9689-D906083EB420}" srcOrd="0" destOrd="0" presId="urn:microsoft.com/office/officeart/2005/8/layout/radial5"/>
    <dgm:cxn modelId="{08D58B40-6FA4-45A5-AF4A-823230DE4C83}" srcId="{923161B7-C37C-49BC-9F11-537F9B4A1EBB}" destId="{BE0EC062-313E-48FF-8A52-B2B6755D3CF2}" srcOrd="0" destOrd="0" parTransId="{6437EB8D-6C17-49F5-B345-9AB70412C300}" sibTransId="{28C7B8A0-8ED5-4CB1-94D0-14FC77DDC647}"/>
    <dgm:cxn modelId="{3A018911-5F2A-467C-B041-2023B83F0D35}" type="presOf" srcId="{0B563BAE-330E-4EFD-B3F0-E30DC10C0602}" destId="{4CD387B3-E8CA-40C2-A27F-3A2DCDD33314}" srcOrd="1" destOrd="0" presId="urn:microsoft.com/office/officeart/2005/8/layout/radial5"/>
    <dgm:cxn modelId="{D0E8F452-52BB-4E40-8B2E-FD9B1BDA82DA}" type="presOf" srcId="{0BE9852D-3DAB-4749-B7A0-E226F792DBA1}" destId="{D2FE11B1-33E5-4E61-AFF3-BF71E4B46205}" srcOrd="0" destOrd="0" presId="urn:microsoft.com/office/officeart/2005/8/layout/radial5"/>
    <dgm:cxn modelId="{EFF9D9B0-543D-4F7D-804A-3CAF1F9B59BA}" type="presOf" srcId="{E5108D27-7478-47BA-BB7C-B0432CBDBC5A}" destId="{C05AA5D5-5507-41AD-8362-D97EEA343694}" srcOrd="0" destOrd="0" presId="urn:microsoft.com/office/officeart/2005/8/layout/radial5"/>
    <dgm:cxn modelId="{74530FEB-05C8-4131-8F30-5D05A74A2C32}" srcId="{BE0EC062-313E-48FF-8A52-B2B6755D3CF2}" destId="{6F31EA53-5450-43F7-9070-BB41B404E69C}" srcOrd="2" destOrd="0" parTransId="{C644A98D-8612-4123-9EA6-732E0D3CD171}" sibTransId="{2654F0E9-3B27-41F6-80D3-D913A8C17617}"/>
    <dgm:cxn modelId="{1B4900B4-7215-4156-B326-E51F45D15D91}" type="presOf" srcId="{9442EF04-6DC6-4BF4-B4AE-D4129D5702B4}" destId="{80CE1933-F2F4-44D9-9D3F-F26DC5159D6D}" srcOrd="0" destOrd="0" presId="urn:microsoft.com/office/officeart/2005/8/layout/radial5"/>
    <dgm:cxn modelId="{A98CA656-D807-4020-8A3D-4014C7970A17}" type="presOf" srcId="{B5B06341-AC15-4FC1-8FE4-F54521720244}" destId="{EF645008-7BA4-4EF8-AEB0-C7482C620554}" srcOrd="0" destOrd="0" presId="urn:microsoft.com/office/officeart/2005/8/layout/radial5"/>
    <dgm:cxn modelId="{FD1D3B07-D2EB-47F1-B258-5BED0C333DAC}" srcId="{BE0EC062-313E-48FF-8A52-B2B6755D3CF2}" destId="{B5B06341-AC15-4FC1-8FE4-F54521720244}" srcOrd="0" destOrd="0" parTransId="{4A1D4411-29AE-40D3-B2D6-FC415C145836}" sibTransId="{1B0EA959-C3F9-40AD-924B-E778CB2F3CF8}"/>
    <dgm:cxn modelId="{952B2F34-958B-4761-BAB0-D5EFEBAF2870}" srcId="{BE0EC062-313E-48FF-8A52-B2B6755D3CF2}" destId="{A9EFAC14-B94B-43A6-B7FA-D9AA837DD033}" srcOrd="1" destOrd="0" parTransId="{0BE9852D-3DAB-4749-B7A0-E226F792DBA1}" sibTransId="{B27E63D8-0CCF-443F-888D-C59567905ED9}"/>
    <dgm:cxn modelId="{5ECB5D4B-02A7-4461-901D-6BA4A5531FB9}" srcId="{BE0EC062-313E-48FF-8A52-B2B6755D3CF2}" destId="{E5D68BF2-76B4-4765-ABF1-B4DCD256E02A}" srcOrd="4" destOrd="0" parTransId="{7BEDA06D-AD48-427A-BE1B-B9919F6F14E1}" sibTransId="{F334CC4E-E4C8-4528-B987-7706395328DA}"/>
    <dgm:cxn modelId="{53F9F785-18B9-4FBC-ADD5-363C2E86EFDD}" type="presOf" srcId="{9442EF04-6DC6-4BF4-B4AE-D4129D5702B4}" destId="{862F3863-FA30-4639-950D-3FB009162402}" srcOrd="1" destOrd="0" presId="urn:microsoft.com/office/officeart/2005/8/layout/radial5"/>
    <dgm:cxn modelId="{74183092-16E0-4D2F-AF17-83D55C98B058}" type="presOf" srcId="{7BEDA06D-AD48-427A-BE1B-B9919F6F14E1}" destId="{7612FA8B-5B28-4142-BEE5-F4BC6E39FD60}" srcOrd="1" destOrd="0" presId="urn:microsoft.com/office/officeart/2005/8/layout/radial5"/>
    <dgm:cxn modelId="{A13C1A08-4ACA-479E-AF41-80B806F7383D}" type="presOf" srcId="{0B563BAE-330E-4EFD-B3F0-E30DC10C0602}" destId="{6A9B4363-CF31-43EA-8B28-B04A64F832D3}" srcOrd="0" destOrd="0" presId="urn:microsoft.com/office/officeart/2005/8/layout/radial5"/>
    <dgm:cxn modelId="{4584674D-D7E6-478D-89DD-0E2B0AB87629}" type="presParOf" srcId="{DD7F077F-AF02-4789-BC8D-067AFCC3F7A7}" destId="{048EFAAD-92C6-42B6-94E9-BD3D6D340310}" srcOrd="0" destOrd="0" presId="urn:microsoft.com/office/officeart/2005/8/layout/radial5"/>
    <dgm:cxn modelId="{95FE044C-EE90-4C9D-ACFA-C1D13B883AF8}" type="presParOf" srcId="{DD7F077F-AF02-4789-BC8D-067AFCC3F7A7}" destId="{F8D98FB3-106E-4A0E-849C-3A596932748E}" srcOrd="1" destOrd="0" presId="urn:microsoft.com/office/officeart/2005/8/layout/radial5"/>
    <dgm:cxn modelId="{FF6625FF-D61F-480C-A531-65E38045CB2B}" type="presParOf" srcId="{F8D98FB3-106E-4A0E-849C-3A596932748E}" destId="{FBA17B31-76CC-4CCF-BA22-7ADCD4B0C71C}" srcOrd="0" destOrd="0" presId="urn:microsoft.com/office/officeart/2005/8/layout/radial5"/>
    <dgm:cxn modelId="{B22BFE50-00DC-48A9-A77E-DCEE8EAB6DAA}" type="presParOf" srcId="{DD7F077F-AF02-4789-BC8D-067AFCC3F7A7}" destId="{EF645008-7BA4-4EF8-AEB0-C7482C620554}" srcOrd="2" destOrd="0" presId="urn:microsoft.com/office/officeart/2005/8/layout/radial5"/>
    <dgm:cxn modelId="{40E4B1C3-FCBD-480A-92F8-A46F2EC18D5E}" type="presParOf" srcId="{DD7F077F-AF02-4789-BC8D-067AFCC3F7A7}" destId="{D2FE11B1-33E5-4E61-AFF3-BF71E4B46205}" srcOrd="3" destOrd="0" presId="urn:microsoft.com/office/officeart/2005/8/layout/radial5"/>
    <dgm:cxn modelId="{E1C2F1C2-41D0-4C98-B99E-D74D3C22A625}" type="presParOf" srcId="{D2FE11B1-33E5-4E61-AFF3-BF71E4B46205}" destId="{35A99737-6358-457C-9C5A-569FF9A12B95}" srcOrd="0" destOrd="0" presId="urn:microsoft.com/office/officeart/2005/8/layout/radial5"/>
    <dgm:cxn modelId="{029842B5-A6C1-45B9-B870-052C66CA139E}" type="presParOf" srcId="{DD7F077F-AF02-4789-BC8D-067AFCC3F7A7}" destId="{05455A1D-63FC-4901-9689-D906083EB420}" srcOrd="4" destOrd="0" presId="urn:microsoft.com/office/officeart/2005/8/layout/radial5"/>
    <dgm:cxn modelId="{549CCAE9-FF3D-4B2E-878A-0EC871071518}" type="presParOf" srcId="{DD7F077F-AF02-4789-BC8D-067AFCC3F7A7}" destId="{12857781-525B-4C84-8C5B-A2AAA9B6025A}" srcOrd="5" destOrd="0" presId="urn:microsoft.com/office/officeart/2005/8/layout/radial5"/>
    <dgm:cxn modelId="{C836867E-E014-4A93-BD15-5025017FC559}" type="presParOf" srcId="{12857781-525B-4C84-8C5B-A2AAA9B6025A}" destId="{3D905A4B-30C5-4E81-8BC9-BE07CE95EA6F}" srcOrd="0" destOrd="0" presId="urn:microsoft.com/office/officeart/2005/8/layout/radial5"/>
    <dgm:cxn modelId="{AEAF3815-57DA-493A-94E8-CB87D19916CE}" type="presParOf" srcId="{DD7F077F-AF02-4789-BC8D-067AFCC3F7A7}" destId="{B19B8F22-0C9D-4F88-9AA5-2DDAB2D94017}" srcOrd="6" destOrd="0" presId="urn:microsoft.com/office/officeart/2005/8/layout/radial5"/>
    <dgm:cxn modelId="{A2EAB41E-8192-4AA4-8EC2-AFE3542F824A}" type="presParOf" srcId="{DD7F077F-AF02-4789-BC8D-067AFCC3F7A7}" destId="{80CE1933-F2F4-44D9-9D3F-F26DC5159D6D}" srcOrd="7" destOrd="0" presId="urn:microsoft.com/office/officeart/2005/8/layout/radial5"/>
    <dgm:cxn modelId="{E6383279-715E-4ACB-BB7B-FC0497B636E7}" type="presParOf" srcId="{80CE1933-F2F4-44D9-9D3F-F26DC5159D6D}" destId="{862F3863-FA30-4639-950D-3FB009162402}" srcOrd="0" destOrd="0" presId="urn:microsoft.com/office/officeart/2005/8/layout/radial5"/>
    <dgm:cxn modelId="{5A0D94C3-B3FF-444C-AF95-D06D23E3DD79}" type="presParOf" srcId="{DD7F077F-AF02-4789-BC8D-067AFCC3F7A7}" destId="{F66A3BC2-98FF-4389-95F5-377B3D7DAD8A}" srcOrd="8" destOrd="0" presId="urn:microsoft.com/office/officeart/2005/8/layout/radial5"/>
    <dgm:cxn modelId="{AF6633BF-52C4-45AE-A871-DD35891510FF}" type="presParOf" srcId="{DD7F077F-AF02-4789-BC8D-067AFCC3F7A7}" destId="{FA27761D-F68B-4D26-AC50-BCF219B7DCBF}" srcOrd="9" destOrd="0" presId="urn:microsoft.com/office/officeart/2005/8/layout/radial5"/>
    <dgm:cxn modelId="{90B07074-727F-4196-800B-ECC63A07ACFA}" type="presParOf" srcId="{FA27761D-F68B-4D26-AC50-BCF219B7DCBF}" destId="{7612FA8B-5B28-4142-BEE5-F4BC6E39FD60}" srcOrd="0" destOrd="0" presId="urn:microsoft.com/office/officeart/2005/8/layout/radial5"/>
    <dgm:cxn modelId="{889444D0-214C-4A55-B81B-C41DE45BD76E}" type="presParOf" srcId="{DD7F077F-AF02-4789-BC8D-067AFCC3F7A7}" destId="{CE171AA9-D9EE-4D1B-ADB6-2B20176240FD}" srcOrd="10" destOrd="0" presId="urn:microsoft.com/office/officeart/2005/8/layout/radial5"/>
    <dgm:cxn modelId="{E724D97D-AF3C-47A1-A66B-C64FC1646C20}" type="presParOf" srcId="{DD7F077F-AF02-4789-BC8D-067AFCC3F7A7}" destId="{6A9B4363-CF31-43EA-8B28-B04A64F832D3}" srcOrd="11" destOrd="0" presId="urn:microsoft.com/office/officeart/2005/8/layout/radial5"/>
    <dgm:cxn modelId="{C2BEA155-95DF-4403-8089-C27550EA530C}" type="presParOf" srcId="{6A9B4363-CF31-43EA-8B28-B04A64F832D3}" destId="{4CD387B3-E8CA-40C2-A27F-3A2DCDD33314}" srcOrd="0" destOrd="0" presId="urn:microsoft.com/office/officeart/2005/8/layout/radial5"/>
    <dgm:cxn modelId="{BF666A6D-E54B-4733-BA02-602F1AE193FC}" type="presParOf" srcId="{DD7F077F-AF02-4789-BC8D-067AFCC3F7A7}" destId="{C05AA5D5-5507-41AD-8362-D97EEA343694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394151-8228-48AF-8204-0B159AE5FBB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24F6A7C-6D2C-4123-9A4C-A066FDA742FE}">
      <dgm:prSet phldrT="[Текст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Творчий</a:t>
          </a:r>
          <a:endParaRPr lang="ru-RU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A96C1846-8D89-4C4C-A710-AECDC26361F5}" type="parTrans" cxnId="{829A23C7-A19A-43FB-B9D1-149A8A0E161C}">
      <dgm:prSet/>
      <dgm:spPr/>
      <dgm:t>
        <a:bodyPr/>
        <a:lstStyle/>
        <a:p>
          <a:endParaRPr lang="ru-RU"/>
        </a:p>
      </dgm:t>
    </dgm:pt>
    <dgm:pt modelId="{5BCE75AD-BC40-4E89-9F11-EA1D3989737A}" type="sibTrans" cxnId="{829A23C7-A19A-43FB-B9D1-149A8A0E161C}">
      <dgm:prSet/>
      <dgm:spPr/>
      <dgm:t>
        <a:bodyPr/>
        <a:lstStyle/>
        <a:p>
          <a:endParaRPr lang="ru-RU"/>
        </a:p>
      </dgm:t>
    </dgm:pt>
    <dgm:pt modelId="{A687B29C-C6C9-419A-9C57-4CCD289E65CF}">
      <dgm:prSet phldrT="[Текст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Аналітичний</a:t>
          </a:r>
          <a:endParaRPr lang="ru-RU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EA62E2B9-FE43-4FFD-A007-E804DBB51C16}" type="parTrans" cxnId="{220DA3F9-2916-4B8B-A358-E2F148110DD3}">
      <dgm:prSet/>
      <dgm:spPr/>
      <dgm:t>
        <a:bodyPr/>
        <a:lstStyle/>
        <a:p>
          <a:endParaRPr lang="ru-RU"/>
        </a:p>
      </dgm:t>
    </dgm:pt>
    <dgm:pt modelId="{AECBBD5D-A30A-434C-BAE4-6DE34B1FFEE8}" type="sibTrans" cxnId="{220DA3F9-2916-4B8B-A358-E2F148110DD3}">
      <dgm:prSet/>
      <dgm:spPr/>
      <dgm:t>
        <a:bodyPr/>
        <a:lstStyle/>
        <a:p>
          <a:endParaRPr lang="ru-RU"/>
        </a:p>
      </dgm:t>
    </dgm:pt>
    <dgm:pt modelId="{9D7AEB9E-B1DC-4CAB-AFDD-8B992E601303}">
      <dgm:prSet phldrT="[Текст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Практичний</a:t>
          </a:r>
          <a:endParaRPr lang="ru-RU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E53CA05A-351B-43D1-93D0-14AD428FBF82}" type="parTrans" cxnId="{A1A35D0C-1142-480F-8B11-427FC6055BE2}">
      <dgm:prSet/>
      <dgm:spPr/>
      <dgm:t>
        <a:bodyPr/>
        <a:lstStyle/>
        <a:p>
          <a:endParaRPr lang="ru-RU"/>
        </a:p>
      </dgm:t>
    </dgm:pt>
    <dgm:pt modelId="{141F96B6-6F89-4927-A85E-2FB9D9F86B56}" type="sibTrans" cxnId="{A1A35D0C-1142-480F-8B11-427FC6055BE2}">
      <dgm:prSet/>
      <dgm:spPr/>
      <dgm:t>
        <a:bodyPr/>
        <a:lstStyle/>
        <a:p>
          <a:endParaRPr lang="ru-RU"/>
        </a:p>
      </dgm:t>
    </dgm:pt>
    <dgm:pt modelId="{73BA6B1B-3DCF-4F1B-A3B1-8A74808F3E31}" type="pres">
      <dgm:prSet presAssocID="{FD394151-8228-48AF-8204-0B159AE5FBB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46570EA-24FB-475C-9E4D-0694228615AF}" type="pres">
      <dgm:prSet presAssocID="{E24F6A7C-6D2C-4123-9A4C-A066FDA742FE}" presName="parentLin" presStyleCnt="0"/>
      <dgm:spPr/>
    </dgm:pt>
    <dgm:pt modelId="{55CA2A0F-4E0B-43CE-AAB8-E0AB38CE2761}" type="pres">
      <dgm:prSet presAssocID="{E24F6A7C-6D2C-4123-9A4C-A066FDA742FE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7C586659-B3D0-47FB-B3B3-D51D8298B83C}" type="pres">
      <dgm:prSet presAssocID="{E24F6A7C-6D2C-4123-9A4C-A066FDA742F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E9312E-64F2-46DE-B74D-41752A97D9B6}" type="pres">
      <dgm:prSet presAssocID="{E24F6A7C-6D2C-4123-9A4C-A066FDA742FE}" presName="negativeSpace" presStyleCnt="0"/>
      <dgm:spPr/>
    </dgm:pt>
    <dgm:pt modelId="{0B3C52DB-BE4F-4A61-8E60-967ADC251AC9}" type="pres">
      <dgm:prSet presAssocID="{E24F6A7C-6D2C-4123-9A4C-A066FDA742FE}" presName="childText" presStyleLbl="conFgAcc1" presStyleIdx="0" presStyleCnt="3">
        <dgm:presLayoutVars>
          <dgm:bulletEnabled val="1"/>
        </dgm:presLayoutVars>
      </dgm:prSet>
      <dgm:spPr/>
    </dgm:pt>
    <dgm:pt modelId="{7D26BEDA-94DB-4370-B394-DBA8D42FD58C}" type="pres">
      <dgm:prSet presAssocID="{5BCE75AD-BC40-4E89-9F11-EA1D3989737A}" presName="spaceBetweenRectangles" presStyleCnt="0"/>
      <dgm:spPr/>
    </dgm:pt>
    <dgm:pt modelId="{9E2B3B8F-C22F-453F-901E-7550884DEE78}" type="pres">
      <dgm:prSet presAssocID="{A687B29C-C6C9-419A-9C57-4CCD289E65CF}" presName="parentLin" presStyleCnt="0"/>
      <dgm:spPr/>
    </dgm:pt>
    <dgm:pt modelId="{CBAFE7E5-6FC3-41B0-99F2-E6F32F55615D}" type="pres">
      <dgm:prSet presAssocID="{A687B29C-C6C9-419A-9C57-4CCD289E65CF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68861A4C-7296-4723-A7C2-006D937F6F4E}" type="pres">
      <dgm:prSet presAssocID="{A687B29C-C6C9-419A-9C57-4CCD289E65CF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86ADDB-79AE-49F0-967F-28B3B0EB9D7D}" type="pres">
      <dgm:prSet presAssocID="{A687B29C-C6C9-419A-9C57-4CCD289E65CF}" presName="negativeSpace" presStyleCnt="0"/>
      <dgm:spPr/>
    </dgm:pt>
    <dgm:pt modelId="{7E6718AF-D20C-488F-A81C-6F9610037A0A}" type="pres">
      <dgm:prSet presAssocID="{A687B29C-C6C9-419A-9C57-4CCD289E65CF}" presName="childText" presStyleLbl="conFgAcc1" presStyleIdx="1" presStyleCnt="3">
        <dgm:presLayoutVars>
          <dgm:bulletEnabled val="1"/>
        </dgm:presLayoutVars>
      </dgm:prSet>
      <dgm:spPr/>
    </dgm:pt>
    <dgm:pt modelId="{ADA62419-EDDC-4DE9-93A7-5B6427645B99}" type="pres">
      <dgm:prSet presAssocID="{AECBBD5D-A30A-434C-BAE4-6DE34B1FFEE8}" presName="spaceBetweenRectangles" presStyleCnt="0"/>
      <dgm:spPr/>
    </dgm:pt>
    <dgm:pt modelId="{2DFCC596-C8C5-467F-9193-0451F11ED56B}" type="pres">
      <dgm:prSet presAssocID="{9D7AEB9E-B1DC-4CAB-AFDD-8B992E601303}" presName="parentLin" presStyleCnt="0"/>
      <dgm:spPr/>
    </dgm:pt>
    <dgm:pt modelId="{6225B0D2-1A47-41D4-89AB-4A21CEC0D4B8}" type="pres">
      <dgm:prSet presAssocID="{9D7AEB9E-B1DC-4CAB-AFDD-8B992E601303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EB5613FA-B599-4DB5-B6BA-735F705BE797}" type="pres">
      <dgm:prSet presAssocID="{9D7AEB9E-B1DC-4CAB-AFDD-8B992E601303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DC4604-DEAE-40B6-A2C9-570B88DD4DFB}" type="pres">
      <dgm:prSet presAssocID="{9D7AEB9E-B1DC-4CAB-AFDD-8B992E601303}" presName="negativeSpace" presStyleCnt="0"/>
      <dgm:spPr/>
    </dgm:pt>
    <dgm:pt modelId="{61B0107B-6F1D-4D51-84AD-8DDFC78F23C9}" type="pres">
      <dgm:prSet presAssocID="{9D7AEB9E-B1DC-4CAB-AFDD-8B992E60130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20DA3F9-2916-4B8B-A358-E2F148110DD3}" srcId="{FD394151-8228-48AF-8204-0B159AE5FBBC}" destId="{A687B29C-C6C9-419A-9C57-4CCD289E65CF}" srcOrd="1" destOrd="0" parTransId="{EA62E2B9-FE43-4FFD-A007-E804DBB51C16}" sibTransId="{AECBBD5D-A30A-434C-BAE4-6DE34B1FFEE8}"/>
    <dgm:cxn modelId="{829A23C7-A19A-43FB-B9D1-149A8A0E161C}" srcId="{FD394151-8228-48AF-8204-0B159AE5FBBC}" destId="{E24F6A7C-6D2C-4123-9A4C-A066FDA742FE}" srcOrd="0" destOrd="0" parTransId="{A96C1846-8D89-4C4C-A710-AECDC26361F5}" sibTransId="{5BCE75AD-BC40-4E89-9F11-EA1D3989737A}"/>
    <dgm:cxn modelId="{A1A35D0C-1142-480F-8B11-427FC6055BE2}" srcId="{FD394151-8228-48AF-8204-0B159AE5FBBC}" destId="{9D7AEB9E-B1DC-4CAB-AFDD-8B992E601303}" srcOrd="2" destOrd="0" parTransId="{E53CA05A-351B-43D1-93D0-14AD428FBF82}" sibTransId="{141F96B6-6F89-4927-A85E-2FB9D9F86B56}"/>
    <dgm:cxn modelId="{DC36C43C-3491-45CB-8BDF-0A3A079DB5A3}" type="presOf" srcId="{FD394151-8228-48AF-8204-0B159AE5FBBC}" destId="{73BA6B1B-3DCF-4F1B-A3B1-8A74808F3E31}" srcOrd="0" destOrd="0" presId="urn:microsoft.com/office/officeart/2005/8/layout/list1"/>
    <dgm:cxn modelId="{81B9DD9D-42F9-466C-87F1-3A442DB343B9}" type="presOf" srcId="{A687B29C-C6C9-419A-9C57-4CCD289E65CF}" destId="{CBAFE7E5-6FC3-41B0-99F2-E6F32F55615D}" srcOrd="0" destOrd="0" presId="urn:microsoft.com/office/officeart/2005/8/layout/list1"/>
    <dgm:cxn modelId="{3618B57D-A04B-4294-8D34-D566DD52E750}" type="presOf" srcId="{A687B29C-C6C9-419A-9C57-4CCD289E65CF}" destId="{68861A4C-7296-4723-A7C2-006D937F6F4E}" srcOrd="1" destOrd="0" presId="urn:microsoft.com/office/officeart/2005/8/layout/list1"/>
    <dgm:cxn modelId="{EEB15F80-B840-4C3A-909D-2B930246A094}" type="presOf" srcId="{E24F6A7C-6D2C-4123-9A4C-A066FDA742FE}" destId="{55CA2A0F-4E0B-43CE-AAB8-E0AB38CE2761}" srcOrd="0" destOrd="0" presId="urn:microsoft.com/office/officeart/2005/8/layout/list1"/>
    <dgm:cxn modelId="{3A3A3317-396E-4AFE-AE68-6B7F32C28CBC}" type="presOf" srcId="{E24F6A7C-6D2C-4123-9A4C-A066FDA742FE}" destId="{7C586659-B3D0-47FB-B3B3-D51D8298B83C}" srcOrd="1" destOrd="0" presId="urn:microsoft.com/office/officeart/2005/8/layout/list1"/>
    <dgm:cxn modelId="{97583FCC-D6C7-42A3-9BF0-367FB2532ED7}" type="presOf" srcId="{9D7AEB9E-B1DC-4CAB-AFDD-8B992E601303}" destId="{6225B0D2-1A47-41D4-89AB-4A21CEC0D4B8}" srcOrd="0" destOrd="0" presId="urn:microsoft.com/office/officeart/2005/8/layout/list1"/>
    <dgm:cxn modelId="{8C250449-B13A-4D0E-B5D5-F17FCE2134AB}" type="presOf" srcId="{9D7AEB9E-B1DC-4CAB-AFDD-8B992E601303}" destId="{EB5613FA-B599-4DB5-B6BA-735F705BE797}" srcOrd="1" destOrd="0" presId="urn:microsoft.com/office/officeart/2005/8/layout/list1"/>
    <dgm:cxn modelId="{0DDA7F87-59BF-45DD-9697-DD66D7844555}" type="presParOf" srcId="{73BA6B1B-3DCF-4F1B-A3B1-8A74808F3E31}" destId="{D46570EA-24FB-475C-9E4D-0694228615AF}" srcOrd="0" destOrd="0" presId="urn:microsoft.com/office/officeart/2005/8/layout/list1"/>
    <dgm:cxn modelId="{DD2EAC48-A78C-4F2F-98F2-77C3AA5B4300}" type="presParOf" srcId="{D46570EA-24FB-475C-9E4D-0694228615AF}" destId="{55CA2A0F-4E0B-43CE-AAB8-E0AB38CE2761}" srcOrd="0" destOrd="0" presId="urn:microsoft.com/office/officeart/2005/8/layout/list1"/>
    <dgm:cxn modelId="{3A401AAF-AE47-4DC4-8B5D-4C1FC8537FD4}" type="presParOf" srcId="{D46570EA-24FB-475C-9E4D-0694228615AF}" destId="{7C586659-B3D0-47FB-B3B3-D51D8298B83C}" srcOrd="1" destOrd="0" presId="urn:microsoft.com/office/officeart/2005/8/layout/list1"/>
    <dgm:cxn modelId="{6D576B56-22BD-4625-BC24-8741DCA22E8E}" type="presParOf" srcId="{73BA6B1B-3DCF-4F1B-A3B1-8A74808F3E31}" destId="{84E9312E-64F2-46DE-B74D-41752A97D9B6}" srcOrd="1" destOrd="0" presId="urn:microsoft.com/office/officeart/2005/8/layout/list1"/>
    <dgm:cxn modelId="{49A3ABE5-6DA8-42BB-86FA-7BC692BCE3D8}" type="presParOf" srcId="{73BA6B1B-3DCF-4F1B-A3B1-8A74808F3E31}" destId="{0B3C52DB-BE4F-4A61-8E60-967ADC251AC9}" srcOrd="2" destOrd="0" presId="urn:microsoft.com/office/officeart/2005/8/layout/list1"/>
    <dgm:cxn modelId="{156D0CFE-069D-4C52-B430-A1F61927F9EA}" type="presParOf" srcId="{73BA6B1B-3DCF-4F1B-A3B1-8A74808F3E31}" destId="{7D26BEDA-94DB-4370-B394-DBA8D42FD58C}" srcOrd="3" destOrd="0" presId="urn:microsoft.com/office/officeart/2005/8/layout/list1"/>
    <dgm:cxn modelId="{EB088935-4766-4623-954F-C4FAC0B15C8B}" type="presParOf" srcId="{73BA6B1B-3DCF-4F1B-A3B1-8A74808F3E31}" destId="{9E2B3B8F-C22F-453F-901E-7550884DEE78}" srcOrd="4" destOrd="0" presId="urn:microsoft.com/office/officeart/2005/8/layout/list1"/>
    <dgm:cxn modelId="{690D800E-19E2-4EA3-883A-2FB19548456F}" type="presParOf" srcId="{9E2B3B8F-C22F-453F-901E-7550884DEE78}" destId="{CBAFE7E5-6FC3-41B0-99F2-E6F32F55615D}" srcOrd="0" destOrd="0" presId="urn:microsoft.com/office/officeart/2005/8/layout/list1"/>
    <dgm:cxn modelId="{013AE169-B9F0-4032-889B-AFE9A9D54BDF}" type="presParOf" srcId="{9E2B3B8F-C22F-453F-901E-7550884DEE78}" destId="{68861A4C-7296-4723-A7C2-006D937F6F4E}" srcOrd="1" destOrd="0" presId="urn:microsoft.com/office/officeart/2005/8/layout/list1"/>
    <dgm:cxn modelId="{2D46E15E-C655-481A-AEA1-1E51896E6ED0}" type="presParOf" srcId="{73BA6B1B-3DCF-4F1B-A3B1-8A74808F3E31}" destId="{DA86ADDB-79AE-49F0-967F-28B3B0EB9D7D}" srcOrd="5" destOrd="0" presId="urn:microsoft.com/office/officeart/2005/8/layout/list1"/>
    <dgm:cxn modelId="{AFFAF5A2-4468-4F7E-BA61-F5B145D09814}" type="presParOf" srcId="{73BA6B1B-3DCF-4F1B-A3B1-8A74808F3E31}" destId="{7E6718AF-D20C-488F-A81C-6F9610037A0A}" srcOrd="6" destOrd="0" presId="urn:microsoft.com/office/officeart/2005/8/layout/list1"/>
    <dgm:cxn modelId="{30E1B28A-512C-4931-A462-0F6309393B2F}" type="presParOf" srcId="{73BA6B1B-3DCF-4F1B-A3B1-8A74808F3E31}" destId="{ADA62419-EDDC-4DE9-93A7-5B6427645B99}" srcOrd="7" destOrd="0" presId="urn:microsoft.com/office/officeart/2005/8/layout/list1"/>
    <dgm:cxn modelId="{6C35F157-60AE-4EF1-9C38-916A0560E027}" type="presParOf" srcId="{73BA6B1B-3DCF-4F1B-A3B1-8A74808F3E31}" destId="{2DFCC596-C8C5-467F-9193-0451F11ED56B}" srcOrd="8" destOrd="0" presId="urn:microsoft.com/office/officeart/2005/8/layout/list1"/>
    <dgm:cxn modelId="{51EE51EE-6E2B-459B-8044-AE3025BB2065}" type="presParOf" srcId="{2DFCC596-C8C5-467F-9193-0451F11ED56B}" destId="{6225B0D2-1A47-41D4-89AB-4A21CEC0D4B8}" srcOrd="0" destOrd="0" presId="urn:microsoft.com/office/officeart/2005/8/layout/list1"/>
    <dgm:cxn modelId="{6C2F3441-46A7-4DB3-BD1E-4FC51A952592}" type="presParOf" srcId="{2DFCC596-C8C5-467F-9193-0451F11ED56B}" destId="{EB5613FA-B599-4DB5-B6BA-735F705BE797}" srcOrd="1" destOrd="0" presId="urn:microsoft.com/office/officeart/2005/8/layout/list1"/>
    <dgm:cxn modelId="{EDE88229-3EE6-458A-9A5C-88B57295BD47}" type="presParOf" srcId="{73BA6B1B-3DCF-4F1B-A3B1-8A74808F3E31}" destId="{7FDC4604-DEAE-40B6-A2C9-570B88DD4DFB}" srcOrd="9" destOrd="0" presId="urn:microsoft.com/office/officeart/2005/8/layout/list1"/>
    <dgm:cxn modelId="{9AD91D30-D24E-4E9C-B4A9-75B6750AAF91}" type="presParOf" srcId="{73BA6B1B-3DCF-4F1B-A3B1-8A74808F3E31}" destId="{61B0107B-6F1D-4D51-84AD-8DDFC78F23C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9171ED-6C70-445C-9F0E-1A3E66FA0C80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</dgm:pt>
    <dgm:pt modelId="{B9316D40-6647-4CBB-B0B8-87BD98B67005}" type="pres">
      <dgm:prSet presAssocID="{9A9171ED-6C70-445C-9F0E-1A3E66FA0C8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E68FF44D-AB43-4159-84D2-73D8D2962B59}" type="presOf" srcId="{9A9171ED-6C70-445C-9F0E-1A3E66FA0C80}" destId="{B9316D40-6647-4CBB-B0B8-87BD98B67005}" srcOrd="0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FAF4D2-7CAC-4CEA-B4B9-94F7108B443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79D2B48-3A83-4A24-A5B6-638AA427A0D8}">
      <dgm:prSet phldrT="[Текст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uk-UA" sz="28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Характеризується</a:t>
          </a:r>
          <a:endParaRPr lang="ru-RU" sz="2800" b="1" i="1" dirty="0" smtClean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  <a:p>
          <a:pPr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dirty="0"/>
        </a:p>
      </dgm:t>
    </dgm:pt>
    <dgm:pt modelId="{92733232-91D3-4CF9-8226-03C0C5C65531}" type="parTrans" cxnId="{4B5BC0C2-98E2-4388-A015-B182CC5F829B}">
      <dgm:prSet/>
      <dgm:spPr/>
      <dgm:t>
        <a:bodyPr/>
        <a:lstStyle/>
        <a:p>
          <a:endParaRPr lang="uk-UA"/>
        </a:p>
      </dgm:t>
    </dgm:pt>
    <dgm:pt modelId="{42600EE0-4F4A-410A-95F7-7F8665284AA9}" type="sibTrans" cxnId="{4B5BC0C2-98E2-4388-A015-B182CC5F829B}">
      <dgm:prSet/>
      <dgm:spPr/>
      <dgm:t>
        <a:bodyPr/>
        <a:lstStyle/>
        <a:p>
          <a:endParaRPr lang="uk-UA"/>
        </a:p>
      </dgm:t>
    </dgm:pt>
    <dgm:pt modelId="{B5CCA618-1E86-4623-A457-06E84615D715}">
      <dgm:prSet phldrT="[Текст]" custT="1"/>
      <dgm:spPr>
        <a:solidFill>
          <a:schemeClr val="accent3">
            <a:lumMod val="40000"/>
            <a:lumOff val="6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uk-UA" sz="24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 Свідомим мисленням</a:t>
          </a:r>
          <a:endParaRPr lang="uk-UA" sz="2400" b="1" i="1" dirty="0">
            <a:solidFill>
              <a:schemeClr val="accent2">
                <a:lumMod val="75000"/>
              </a:schemeClr>
            </a:solidFill>
          </a:endParaRPr>
        </a:p>
      </dgm:t>
    </dgm:pt>
    <dgm:pt modelId="{E65DBA5D-67A8-441C-990C-761C46E2DA48}" type="parTrans" cxnId="{24C5DB18-B015-4315-B719-EE6B3BA6C82D}">
      <dgm:prSet/>
      <dgm:spPr/>
      <dgm:t>
        <a:bodyPr/>
        <a:lstStyle/>
        <a:p>
          <a:endParaRPr lang="uk-UA"/>
        </a:p>
      </dgm:t>
    </dgm:pt>
    <dgm:pt modelId="{E4E397BD-BD68-43CB-9D52-806C9308C7B4}" type="sibTrans" cxnId="{24C5DB18-B015-4315-B719-EE6B3BA6C82D}">
      <dgm:prSet/>
      <dgm:spPr/>
      <dgm:t>
        <a:bodyPr/>
        <a:lstStyle/>
        <a:p>
          <a:endParaRPr lang="uk-UA"/>
        </a:p>
      </dgm:t>
    </dgm:pt>
    <dgm:pt modelId="{AA065FA7-7265-4F7A-BA9E-884EE4DB2779}">
      <dgm:prSet phldrT="[Текст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uk-UA" sz="28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Формується в результаті</a:t>
          </a:r>
          <a:endParaRPr lang="uk-UA" sz="2800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8844159D-B586-4436-AF54-43895FC5070C}" type="parTrans" cxnId="{B2F8672F-E3B7-4E81-A596-3A327A46B5E5}">
      <dgm:prSet/>
      <dgm:spPr/>
      <dgm:t>
        <a:bodyPr/>
        <a:lstStyle/>
        <a:p>
          <a:endParaRPr lang="uk-UA"/>
        </a:p>
      </dgm:t>
    </dgm:pt>
    <dgm:pt modelId="{03C392ED-3E2A-4102-8730-F54A515FB65A}" type="sibTrans" cxnId="{B2F8672F-E3B7-4E81-A596-3A327A46B5E5}">
      <dgm:prSet/>
      <dgm:spPr/>
      <dgm:t>
        <a:bodyPr/>
        <a:lstStyle/>
        <a:p>
          <a:endParaRPr lang="uk-UA"/>
        </a:p>
      </dgm:t>
    </dgm:pt>
    <dgm:pt modelId="{C1AFA0CC-608C-47BE-A892-787AD4A4D0B0}">
      <dgm:prSet phldrT="[Текст]" custT="1"/>
      <dgm:spPr>
        <a:solidFill>
          <a:schemeClr val="accent3">
            <a:lumMod val="40000"/>
            <a:lumOff val="6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marL="0" marR="0" lvl="0" indent="0" defTabSz="1422400" eaLnBrk="1" fontAlgn="auto" latinLnBrk="0" hangingPunct="1">
            <a:lnSpc>
              <a:spcPct val="90000"/>
            </a:lnSpc>
            <a:spcBef>
              <a:spcPts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endParaRPr lang="uk-UA" sz="2400" b="1" i="1" dirty="0">
            <a:solidFill>
              <a:schemeClr val="accent2">
                <a:lumMod val="75000"/>
              </a:schemeClr>
            </a:solidFill>
          </a:endParaRPr>
        </a:p>
      </dgm:t>
    </dgm:pt>
    <dgm:pt modelId="{1ECF7B8D-2ABB-4579-AED9-FC2C1CAC4ECA}" type="parTrans" cxnId="{F26942CA-C946-4E20-9591-665E791DDB3E}">
      <dgm:prSet/>
      <dgm:spPr/>
      <dgm:t>
        <a:bodyPr/>
        <a:lstStyle/>
        <a:p>
          <a:endParaRPr lang="uk-UA"/>
        </a:p>
      </dgm:t>
    </dgm:pt>
    <dgm:pt modelId="{E7B5F4BD-FB01-4523-8CED-8621373A75E0}" type="sibTrans" cxnId="{F26942CA-C946-4E20-9591-665E791DDB3E}">
      <dgm:prSet/>
      <dgm:spPr/>
      <dgm:t>
        <a:bodyPr/>
        <a:lstStyle/>
        <a:p>
          <a:endParaRPr lang="uk-UA"/>
        </a:p>
      </dgm:t>
    </dgm:pt>
    <dgm:pt modelId="{74538087-C9C2-4871-90F8-E47B08529579}">
      <dgm:prSet phldrT="[Текст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Накопичення ресурсів навчання</a:t>
          </a:r>
          <a:endParaRPr lang="uk-UA" b="1" i="1" dirty="0">
            <a:solidFill>
              <a:schemeClr val="accent2">
                <a:lumMod val="75000"/>
              </a:schemeClr>
            </a:solidFill>
          </a:endParaRPr>
        </a:p>
      </dgm:t>
    </dgm:pt>
    <dgm:pt modelId="{B12CC719-747A-4A21-BC68-4B2040118704}" type="sibTrans" cxnId="{D5625734-2EB5-49BD-84A5-823E0759DE5A}">
      <dgm:prSet/>
      <dgm:spPr/>
      <dgm:t>
        <a:bodyPr/>
        <a:lstStyle/>
        <a:p>
          <a:endParaRPr lang="uk-UA"/>
        </a:p>
      </dgm:t>
    </dgm:pt>
    <dgm:pt modelId="{C97DC5F9-C803-4019-89B4-2692C7D6E696}" type="parTrans" cxnId="{D5625734-2EB5-49BD-84A5-823E0759DE5A}">
      <dgm:prSet/>
      <dgm:spPr/>
      <dgm:t>
        <a:bodyPr/>
        <a:lstStyle/>
        <a:p>
          <a:endParaRPr lang="uk-UA"/>
        </a:p>
      </dgm:t>
    </dgm:pt>
    <dgm:pt modelId="{D57292A7-E881-4233-8369-353B27C9BA75}">
      <dgm:prSet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Розвитку уваги, </a:t>
          </a:r>
          <a:r>
            <a:rPr lang="uk-UA" b="1" i="1" dirty="0" err="1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пам</a:t>
          </a:r>
          <a:r>
            <a:rPr lang="en-US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’</a:t>
          </a:r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яті, мислення, логіки</a:t>
          </a:r>
          <a:endParaRPr lang="uk-UA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068CE512-3FB4-4F72-9BDE-513AFBC8783A}" type="parTrans" cxnId="{8CC130C8-444E-4AFB-B2B3-C7F0215A3A12}">
      <dgm:prSet/>
      <dgm:spPr/>
      <dgm:t>
        <a:bodyPr/>
        <a:lstStyle/>
        <a:p>
          <a:endParaRPr lang="ru-RU"/>
        </a:p>
      </dgm:t>
    </dgm:pt>
    <dgm:pt modelId="{8CAC4F57-66D8-4A64-8EC2-10D000B6C30F}" type="sibTrans" cxnId="{8CC130C8-444E-4AFB-B2B3-C7F0215A3A12}">
      <dgm:prSet/>
      <dgm:spPr/>
      <dgm:t>
        <a:bodyPr/>
        <a:lstStyle/>
        <a:p>
          <a:endParaRPr lang="ru-RU"/>
        </a:p>
      </dgm:t>
    </dgm:pt>
    <dgm:pt modelId="{D41765A1-3B37-43B9-A1E9-3AA9AFB1BF8C}">
      <dgm:prSet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Самостійної постановки проблеми</a:t>
          </a:r>
          <a:endParaRPr lang="uk-UA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95381A3F-9451-4E05-B17D-6751CDE90CA9}" type="parTrans" cxnId="{6F775900-485C-4F48-9AE7-44C287DD99D1}">
      <dgm:prSet/>
      <dgm:spPr/>
      <dgm:t>
        <a:bodyPr/>
        <a:lstStyle/>
        <a:p>
          <a:endParaRPr lang="ru-RU"/>
        </a:p>
      </dgm:t>
    </dgm:pt>
    <dgm:pt modelId="{AE023AEC-08D3-4AA6-BF45-D3C2DD63B7EA}" type="sibTrans" cxnId="{6F775900-485C-4F48-9AE7-44C287DD99D1}">
      <dgm:prSet/>
      <dgm:spPr/>
      <dgm:t>
        <a:bodyPr/>
        <a:lstStyle/>
        <a:p>
          <a:endParaRPr lang="ru-RU"/>
        </a:p>
      </dgm:t>
    </dgm:pt>
    <dgm:pt modelId="{CE57DAED-7F51-4217-84C3-391E172EC9F8}">
      <dgm:prSet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Зміни емоцій, боротьба з байдужістю</a:t>
          </a:r>
          <a:endParaRPr lang="uk-UA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5131D86A-FB03-44EF-9CDA-8B724CF4A596}" type="parTrans" cxnId="{C3F1871C-91AE-4DC2-9E9E-8A6CE21E3AF5}">
      <dgm:prSet/>
      <dgm:spPr/>
      <dgm:t>
        <a:bodyPr/>
        <a:lstStyle/>
        <a:p>
          <a:endParaRPr lang="ru-RU"/>
        </a:p>
      </dgm:t>
    </dgm:pt>
    <dgm:pt modelId="{509E194E-F23A-4CD9-BDD5-4C19C7209E92}" type="sibTrans" cxnId="{C3F1871C-91AE-4DC2-9E9E-8A6CE21E3AF5}">
      <dgm:prSet/>
      <dgm:spPr/>
      <dgm:t>
        <a:bodyPr/>
        <a:lstStyle/>
        <a:p>
          <a:endParaRPr lang="ru-RU"/>
        </a:p>
      </dgm:t>
    </dgm:pt>
    <dgm:pt modelId="{34BE49AA-9169-4228-BB97-B60A0A3B7E88}">
      <dgm:prSet phldrT="[Текст]" custT="1"/>
      <dgm:spPr>
        <a:solidFill>
          <a:schemeClr val="accent3">
            <a:lumMod val="40000"/>
            <a:lumOff val="6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marL="0" marR="0" lvl="0" indent="0" defTabSz="1422400" eaLnBrk="1" fontAlgn="auto" latinLnBrk="0" hangingPunct="1">
            <a:lnSpc>
              <a:spcPct val="90000"/>
            </a:lnSpc>
            <a:spcBef>
              <a:spcPts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endParaRPr lang="uk-UA" sz="2400" b="1" i="1" dirty="0">
            <a:solidFill>
              <a:schemeClr val="accent2">
                <a:lumMod val="75000"/>
              </a:schemeClr>
            </a:solidFill>
          </a:endParaRPr>
        </a:p>
      </dgm:t>
    </dgm:pt>
    <dgm:pt modelId="{CACCE5FC-1C80-4F2F-A8D3-58DDDE4CDDF1}" type="parTrans" cxnId="{497B28C8-64C4-4BB0-A074-D3F2D9DA6F46}">
      <dgm:prSet/>
      <dgm:spPr/>
      <dgm:t>
        <a:bodyPr/>
        <a:lstStyle/>
        <a:p>
          <a:endParaRPr lang="ru-RU"/>
        </a:p>
      </dgm:t>
    </dgm:pt>
    <dgm:pt modelId="{C9621E30-949A-4737-B43D-32D0DD671017}" type="sibTrans" cxnId="{497B28C8-64C4-4BB0-A074-D3F2D9DA6F46}">
      <dgm:prSet/>
      <dgm:spPr/>
      <dgm:t>
        <a:bodyPr/>
        <a:lstStyle/>
        <a:p>
          <a:endParaRPr lang="ru-RU"/>
        </a:p>
      </dgm:t>
    </dgm:pt>
    <dgm:pt modelId="{8C2C26A0-2FDE-43B4-A769-08D44F1C25CD}">
      <dgm:prSet phldrT="[Текст]" custT="1"/>
      <dgm:spPr>
        <a:solidFill>
          <a:schemeClr val="accent3">
            <a:lumMod val="40000"/>
            <a:lumOff val="6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marL="0" marR="0" lvl="0" indent="0" defTabSz="1422400" eaLnBrk="1" fontAlgn="auto" latinLnBrk="0" hangingPunct="1">
            <a:lnSpc>
              <a:spcPct val="90000"/>
            </a:lnSpc>
            <a:spcBef>
              <a:spcPts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uk-UA" sz="24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 Свідомим </a:t>
          </a:r>
          <a:r>
            <a:rPr lang="uk-UA" sz="2400" b="1" i="1" dirty="0" err="1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розв</a:t>
          </a:r>
          <a:r>
            <a:rPr lang="en-US" sz="24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’</a:t>
          </a:r>
          <a:r>
            <a:rPr lang="uk-UA" sz="2400" b="1" i="1" dirty="0" err="1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язанням</a:t>
          </a:r>
          <a:r>
            <a:rPr lang="uk-UA" sz="24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 проблем</a:t>
          </a:r>
          <a:endParaRPr lang="uk-UA" sz="2400" b="1" i="1" dirty="0">
            <a:solidFill>
              <a:schemeClr val="accent2">
                <a:lumMod val="75000"/>
              </a:schemeClr>
            </a:solidFill>
          </a:endParaRPr>
        </a:p>
      </dgm:t>
    </dgm:pt>
    <dgm:pt modelId="{A9215C8B-EBAC-4B5D-A977-24DF930D5314}" type="parTrans" cxnId="{56171ACB-973E-4860-9B90-5DCC5FDF5D62}">
      <dgm:prSet/>
      <dgm:spPr/>
      <dgm:t>
        <a:bodyPr/>
        <a:lstStyle/>
        <a:p>
          <a:endParaRPr lang="ru-RU"/>
        </a:p>
      </dgm:t>
    </dgm:pt>
    <dgm:pt modelId="{25248164-3FB8-4D03-A7B4-B4D57593E394}" type="sibTrans" cxnId="{56171ACB-973E-4860-9B90-5DCC5FDF5D62}">
      <dgm:prSet/>
      <dgm:spPr/>
      <dgm:t>
        <a:bodyPr/>
        <a:lstStyle/>
        <a:p>
          <a:endParaRPr lang="ru-RU"/>
        </a:p>
      </dgm:t>
    </dgm:pt>
    <dgm:pt modelId="{781B13C8-81D0-4C92-AC68-612AEDB3FCCE}">
      <dgm:prSet phldrT="[Текст]" custT="1"/>
      <dgm:spPr>
        <a:solidFill>
          <a:schemeClr val="accent3">
            <a:lumMod val="40000"/>
            <a:lumOff val="6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marL="0" marR="0" lvl="0" indent="0" defTabSz="1422400" eaLnBrk="1" fontAlgn="auto" latinLnBrk="0" hangingPunct="1">
            <a:lnSpc>
              <a:spcPct val="90000"/>
            </a:lnSpc>
            <a:spcBef>
              <a:spcPts val="0"/>
            </a:spcBef>
            <a:spcAft>
              <a:spcPct val="15000"/>
            </a:spcAft>
            <a:buClrTx/>
            <a:buSzTx/>
            <a:buFontTx/>
            <a:buNone/>
            <a:tabLst/>
            <a:defRPr/>
          </a:pPr>
          <a:r>
            <a:rPr lang="uk-UA" sz="24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 Учні добре встигають, легко засвоюють новий матеріал</a:t>
          </a:r>
          <a:endParaRPr lang="uk-UA" sz="2400" b="1" i="1" dirty="0">
            <a:solidFill>
              <a:schemeClr val="accent2">
                <a:lumMod val="75000"/>
              </a:schemeClr>
            </a:solidFill>
          </a:endParaRPr>
        </a:p>
      </dgm:t>
    </dgm:pt>
    <dgm:pt modelId="{B2614830-2000-412A-AC5D-911CC55DA199}" type="parTrans" cxnId="{83ADCB09-7BC8-4DEA-AECE-AF1E5CC747E5}">
      <dgm:prSet/>
      <dgm:spPr/>
      <dgm:t>
        <a:bodyPr/>
        <a:lstStyle/>
        <a:p>
          <a:endParaRPr lang="ru-RU"/>
        </a:p>
      </dgm:t>
    </dgm:pt>
    <dgm:pt modelId="{162B7324-3F44-40BE-8F4A-486D563A7A21}" type="sibTrans" cxnId="{83ADCB09-7BC8-4DEA-AECE-AF1E5CC747E5}">
      <dgm:prSet/>
      <dgm:spPr/>
      <dgm:t>
        <a:bodyPr/>
        <a:lstStyle/>
        <a:p>
          <a:endParaRPr lang="ru-RU"/>
        </a:p>
      </dgm:t>
    </dgm:pt>
    <dgm:pt modelId="{099BBB06-5EE3-4240-8DC2-CDD675112052}">
      <dgm:prSet phldrT="[Текст]" custT="1"/>
      <dgm:spPr>
        <a:solidFill>
          <a:schemeClr val="accent3">
            <a:lumMod val="40000"/>
            <a:lumOff val="60000"/>
            <a:alpha val="90000"/>
          </a:schemeClr>
        </a:solidFill>
        <a:ln>
          <a:solidFill>
            <a:schemeClr val="accent3">
              <a:lumMod val="50000"/>
              <a:alpha val="90000"/>
            </a:schemeClr>
          </a:solidFill>
        </a:ln>
      </dgm:spPr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uk-UA" sz="24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Мають високий </a:t>
          </a:r>
          <a:r>
            <a:rPr lang="en-US" sz="24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IQ</a:t>
          </a:r>
          <a:endParaRPr lang="ru-RU" sz="2400" b="1" i="1" dirty="0" smtClean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  <a:p>
          <a:pPr defTabSz="1422400">
            <a:lnSpc>
              <a:spcPct val="90000"/>
            </a:lnSpc>
            <a:spcAft>
              <a:spcPct val="15000"/>
            </a:spcAft>
          </a:pPr>
          <a:endParaRPr lang="uk-UA" sz="3200" dirty="0"/>
        </a:p>
      </dgm:t>
    </dgm:pt>
    <dgm:pt modelId="{50BB3637-85AB-4CFA-B613-3F94145C0932}" type="parTrans" cxnId="{3F82EBF4-A255-499E-85EB-060E9DA1C3CC}">
      <dgm:prSet/>
      <dgm:spPr/>
      <dgm:t>
        <a:bodyPr/>
        <a:lstStyle/>
        <a:p>
          <a:endParaRPr lang="ru-RU"/>
        </a:p>
      </dgm:t>
    </dgm:pt>
    <dgm:pt modelId="{A4EB1E2C-4ECE-42C7-907C-E59FA7312524}" type="sibTrans" cxnId="{3F82EBF4-A255-499E-85EB-060E9DA1C3CC}">
      <dgm:prSet/>
      <dgm:spPr/>
      <dgm:t>
        <a:bodyPr/>
        <a:lstStyle/>
        <a:p>
          <a:endParaRPr lang="ru-RU"/>
        </a:p>
      </dgm:t>
    </dgm:pt>
    <dgm:pt modelId="{1CE97EAD-429C-4A6D-B1B2-DF110FBEA542}" type="pres">
      <dgm:prSet presAssocID="{13FAF4D2-7CAC-4CEA-B4B9-94F7108B443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F1868348-99D8-4090-9837-404C4890F2A3}" type="pres">
      <dgm:prSet presAssocID="{279D2B48-3A83-4A24-A5B6-638AA427A0D8}" presName="composite" presStyleCnt="0"/>
      <dgm:spPr/>
    </dgm:pt>
    <dgm:pt modelId="{D7590BCF-87CF-401A-8509-5604A8252EB2}" type="pres">
      <dgm:prSet presAssocID="{279D2B48-3A83-4A24-A5B6-638AA427A0D8}" presName="parTx" presStyleLbl="alignNode1" presStyleIdx="0" presStyleCnt="2" custLinFactNeighborX="-2529" custLinFactNeighborY="-7681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6039ADE4-994E-4BFE-A06B-2614FC67CDB0}" type="pres">
      <dgm:prSet presAssocID="{279D2B48-3A83-4A24-A5B6-638AA427A0D8}" presName="desTx" presStyleLbl="alignAccFollowNode1" presStyleIdx="0" presStyleCnt="2" custScaleX="94187" custLinFactNeighborX="689" custLinFactNeighborY="547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6E999E49-CBA0-4F02-9342-428A4EE6BE9C}" type="pres">
      <dgm:prSet presAssocID="{42600EE0-4F4A-410A-95F7-7F8665284AA9}" presName="space" presStyleCnt="0"/>
      <dgm:spPr/>
    </dgm:pt>
    <dgm:pt modelId="{DD88EA41-66D3-45E9-BA2C-BA0A1CAF900B}" type="pres">
      <dgm:prSet presAssocID="{AA065FA7-7265-4F7A-BA9E-884EE4DB2779}" presName="composite" presStyleCnt="0"/>
      <dgm:spPr/>
    </dgm:pt>
    <dgm:pt modelId="{150E64CD-BE7B-4E92-9254-80D0DB56BB04}" type="pres">
      <dgm:prSet presAssocID="{AA065FA7-7265-4F7A-BA9E-884EE4DB2779}" presName="parTx" presStyleLbl="alignNode1" presStyleIdx="1" presStyleCnt="2" custLinFactNeighborX="1093" custLinFactNeighborY="-3943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31EA3D2-D3B1-467F-8DEF-259FEE5A1427}" type="pres">
      <dgm:prSet presAssocID="{AA065FA7-7265-4F7A-BA9E-884EE4DB2779}" presName="desTx" presStyleLbl="alignAccFollowNode1" presStyleIdx="1" presStyleCnt="2" custLinFactNeighborX="1093" custLinFactNeighborY="333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24C5DB18-B015-4315-B719-EE6B3BA6C82D}" srcId="{279D2B48-3A83-4A24-A5B6-638AA427A0D8}" destId="{B5CCA618-1E86-4623-A457-06E84615D715}" srcOrd="0" destOrd="0" parTransId="{E65DBA5D-67A8-441C-990C-761C46E2DA48}" sibTransId="{E4E397BD-BD68-43CB-9D52-806C9308C7B4}"/>
    <dgm:cxn modelId="{15FE37D3-9903-4CF4-B3B7-22015037942E}" type="presOf" srcId="{D57292A7-E881-4233-8369-353B27C9BA75}" destId="{131EA3D2-D3B1-467F-8DEF-259FEE5A1427}" srcOrd="0" destOrd="1" presId="urn:microsoft.com/office/officeart/2005/8/layout/hList1"/>
    <dgm:cxn modelId="{4B5BC0C2-98E2-4388-A015-B182CC5F829B}" srcId="{13FAF4D2-7CAC-4CEA-B4B9-94F7108B4437}" destId="{279D2B48-3A83-4A24-A5B6-638AA427A0D8}" srcOrd="0" destOrd="0" parTransId="{92733232-91D3-4CF9-8226-03C0C5C65531}" sibTransId="{42600EE0-4F4A-410A-95F7-7F8665284AA9}"/>
    <dgm:cxn modelId="{3F82EBF4-A255-499E-85EB-060E9DA1C3CC}" srcId="{279D2B48-3A83-4A24-A5B6-638AA427A0D8}" destId="{099BBB06-5EE3-4240-8DC2-CDD675112052}" srcOrd="5" destOrd="0" parTransId="{50BB3637-85AB-4CFA-B613-3F94145C0932}" sibTransId="{A4EB1E2C-4ECE-42C7-907C-E59FA7312524}"/>
    <dgm:cxn modelId="{7262BCD9-68E9-4805-B771-74D0BCDE66FF}" type="presOf" srcId="{D41765A1-3B37-43B9-A1E9-3AA9AFB1BF8C}" destId="{131EA3D2-D3B1-467F-8DEF-259FEE5A1427}" srcOrd="0" destOrd="2" presId="urn:microsoft.com/office/officeart/2005/8/layout/hList1"/>
    <dgm:cxn modelId="{B2F8672F-E3B7-4E81-A596-3A327A46B5E5}" srcId="{13FAF4D2-7CAC-4CEA-B4B9-94F7108B4437}" destId="{AA065FA7-7265-4F7A-BA9E-884EE4DB2779}" srcOrd="1" destOrd="0" parTransId="{8844159D-B586-4436-AF54-43895FC5070C}" sibTransId="{03C392ED-3E2A-4102-8730-F54A515FB65A}"/>
    <dgm:cxn modelId="{DBE8CA4E-6566-4CEF-A1DD-2AAD6E67C48F}" type="presOf" srcId="{13FAF4D2-7CAC-4CEA-B4B9-94F7108B4437}" destId="{1CE97EAD-429C-4A6D-B1B2-DF110FBEA542}" srcOrd="0" destOrd="0" presId="urn:microsoft.com/office/officeart/2005/8/layout/hList1"/>
    <dgm:cxn modelId="{B0270877-9926-4417-9988-F9A128B942EF}" type="presOf" srcId="{279D2B48-3A83-4A24-A5B6-638AA427A0D8}" destId="{D7590BCF-87CF-401A-8509-5604A8252EB2}" srcOrd="0" destOrd="0" presId="urn:microsoft.com/office/officeart/2005/8/layout/hList1"/>
    <dgm:cxn modelId="{6F775900-485C-4F48-9AE7-44C287DD99D1}" srcId="{AA065FA7-7265-4F7A-BA9E-884EE4DB2779}" destId="{D41765A1-3B37-43B9-A1E9-3AA9AFB1BF8C}" srcOrd="2" destOrd="0" parTransId="{95381A3F-9451-4E05-B17D-6751CDE90CA9}" sibTransId="{AE023AEC-08D3-4AA6-BF45-D3C2DD63B7EA}"/>
    <dgm:cxn modelId="{7734571C-BBD1-47D7-989C-2200B9FECB67}" type="presOf" srcId="{8C2C26A0-2FDE-43B4-A769-08D44F1C25CD}" destId="{6039ADE4-994E-4BFE-A06B-2614FC67CDB0}" srcOrd="0" destOrd="2" presId="urn:microsoft.com/office/officeart/2005/8/layout/hList1"/>
    <dgm:cxn modelId="{18A74E7C-70E8-45A4-9CF3-CF32CD264008}" type="presOf" srcId="{34BE49AA-9169-4228-BB97-B60A0A3B7E88}" destId="{6039ADE4-994E-4BFE-A06B-2614FC67CDB0}" srcOrd="0" destOrd="3" presId="urn:microsoft.com/office/officeart/2005/8/layout/hList1"/>
    <dgm:cxn modelId="{8CC130C8-444E-4AFB-B2B3-C7F0215A3A12}" srcId="{AA065FA7-7265-4F7A-BA9E-884EE4DB2779}" destId="{D57292A7-E881-4233-8369-353B27C9BA75}" srcOrd="1" destOrd="0" parTransId="{068CE512-3FB4-4F72-9BDE-513AFBC8783A}" sibTransId="{8CAC4F57-66D8-4A64-8EC2-10D000B6C30F}"/>
    <dgm:cxn modelId="{F26942CA-C946-4E20-9591-665E791DDB3E}" srcId="{279D2B48-3A83-4A24-A5B6-638AA427A0D8}" destId="{C1AFA0CC-608C-47BE-A892-787AD4A4D0B0}" srcOrd="1" destOrd="0" parTransId="{1ECF7B8D-2ABB-4579-AED9-FC2C1CAC4ECA}" sibTransId="{E7B5F4BD-FB01-4523-8CED-8621373A75E0}"/>
    <dgm:cxn modelId="{B1C16E14-CB95-4BF6-8D34-711C892F5644}" type="presOf" srcId="{B5CCA618-1E86-4623-A457-06E84615D715}" destId="{6039ADE4-994E-4BFE-A06B-2614FC67CDB0}" srcOrd="0" destOrd="0" presId="urn:microsoft.com/office/officeart/2005/8/layout/hList1"/>
    <dgm:cxn modelId="{04CE7392-9C6D-462E-927D-006BBADB1494}" type="presOf" srcId="{C1AFA0CC-608C-47BE-A892-787AD4A4D0B0}" destId="{6039ADE4-994E-4BFE-A06B-2614FC67CDB0}" srcOrd="0" destOrd="1" presId="urn:microsoft.com/office/officeart/2005/8/layout/hList1"/>
    <dgm:cxn modelId="{450EC507-787E-4051-8BF4-50BD65F6C4FA}" type="presOf" srcId="{781B13C8-81D0-4C92-AC68-612AEDB3FCCE}" destId="{6039ADE4-994E-4BFE-A06B-2614FC67CDB0}" srcOrd="0" destOrd="4" presId="urn:microsoft.com/office/officeart/2005/8/layout/hList1"/>
    <dgm:cxn modelId="{83ADCB09-7BC8-4DEA-AECE-AF1E5CC747E5}" srcId="{279D2B48-3A83-4A24-A5B6-638AA427A0D8}" destId="{781B13C8-81D0-4C92-AC68-612AEDB3FCCE}" srcOrd="4" destOrd="0" parTransId="{B2614830-2000-412A-AC5D-911CC55DA199}" sibTransId="{162B7324-3F44-40BE-8F4A-486D563A7A21}"/>
    <dgm:cxn modelId="{C3F1871C-91AE-4DC2-9E9E-8A6CE21E3AF5}" srcId="{AA065FA7-7265-4F7A-BA9E-884EE4DB2779}" destId="{CE57DAED-7F51-4217-84C3-391E172EC9F8}" srcOrd="3" destOrd="0" parTransId="{5131D86A-FB03-44EF-9CDA-8B724CF4A596}" sibTransId="{509E194E-F23A-4CD9-BDD5-4C19C7209E92}"/>
    <dgm:cxn modelId="{4F64CDEB-4C48-40F8-99CB-42170E4B9E3F}" type="presOf" srcId="{CE57DAED-7F51-4217-84C3-391E172EC9F8}" destId="{131EA3D2-D3B1-467F-8DEF-259FEE5A1427}" srcOrd="0" destOrd="3" presId="urn:microsoft.com/office/officeart/2005/8/layout/hList1"/>
    <dgm:cxn modelId="{56171ACB-973E-4860-9B90-5DCC5FDF5D62}" srcId="{279D2B48-3A83-4A24-A5B6-638AA427A0D8}" destId="{8C2C26A0-2FDE-43B4-A769-08D44F1C25CD}" srcOrd="2" destOrd="0" parTransId="{A9215C8B-EBAC-4B5D-A977-24DF930D5314}" sibTransId="{25248164-3FB8-4D03-A7B4-B4D57593E394}"/>
    <dgm:cxn modelId="{D5625734-2EB5-49BD-84A5-823E0759DE5A}" srcId="{AA065FA7-7265-4F7A-BA9E-884EE4DB2779}" destId="{74538087-C9C2-4871-90F8-E47B08529579}" srcOrd="0" destOrd="0" parTransId="{C97DC5F9-C803-4019-89B4-2692C7D6E696}" sibTransId="{B12CC719-747A-4A21-BC68-4B2040118704}"/>
    <dgm:cxn modelId="{6D39819C-125A-4907-8736-2B7BEE8B2A04}" type="presOf" srcId="{74538087-C9C2-4871-90F8-E47B08529579}" destId="{131EA3D2-D3B1-467F-8DEF-259FEE5A1427}" srcOrd="0" destOrd="0" presId="urn:microsoft.com/office/officeart/2005/8/layout/hList1"/>
    <dgm:cxn modelId="{497B28C8-64C4-4BB0-A074-D3F2D9DA6F46}" srcId="{279D2B48-3A83-4A24-A5B6-638AA427A0D8}" destId="{34BE49AA-9169-4228-BB97-B60A0A3B7E88}" srcOrd="3" destOrd="0" parTransId="{CACCE5FC-1C80-4F2F-A8D3-58DDDE4CDDF1}" sibTransId="{C9621E30-949A-4737-B43D-32D0DD671017}"/>
    <dgm:cxn modelId="{30E44FDE-E7D1-487D-9ABC-61B4CA9B3108}" type="presOf" srcId="{099BBB06-5EE3-4240-8DC2-CDD675112052}" destId="{6039ADE4-994E-4BFE-A06B-2614FC67CDB0}" srcOrd="0" destOrd="5" presId="urn:microsoft.com/office/officeart/2005/8/layout/hList1"/>
    <dgm:cxn modelId="{D5B71A4B-27F1-4702-A482-B830B19F66F6}" type="presOf" srcId="{AA065FA7-7265-4F7A-BA9E-884EE4DB2779}" destId="{150E64CD-BE7B-4E92-9254-80D0DB56BB04}" srcOrd="0" destOrd="0" presId="urn:microsoft.com/office/officeart/2005/8/layout/hList1"/>
    <dgm:cxn modelId="{D66C7A49-6C0B-4873-9809-B9BE537D4A18}" type="presParOf" srcId="{1CE97EAD-429C-4A6D-B1B2-DF110FBEA542}" destId="{F1868348-99D8-4090-9837-404C4890F2A3}" srcOrd="0" destOrd="0" presId="urn:microsoft.com/office/officeart/2005/8/layout/hList1"/>
    <dgm:cxn modelId="{EA54EBAD-5F54-4E52-81A4-DE450C26F5C5}" type="presParOf" srcId="{F1868348-99D8-4090-9837-404C4890F2A3}" destId="{D7590BCF-87CF-401A-8509-5604A8252EB2}" srcOrd="0" destOrd="0" presId="urn:microsoft.com/office/officeart/2005/8/layout/hList1"/>
    <dgm:cxn modelId="{C8340619-B2CC-436F-95E8-723F807DFA6B}" type="presParOf" srcId="{F1868348-99D8-4090-9837-404C4890F2A3}" destId="{6039ADE4-994E-4BFE-A06B-2614FC67CDB0}" srcOrd="1" destOrd="0" presId="urn:microsoft.com/office/officeart/2005/8/layout/hList1"/>
    <dgm:cxn modelId="{4E3A8F0E-8B57-45AB-ABBA-C7EB03F6295F}" type="presParOf" srcId="{1CE97EAD-429C-4A6D-B1B2-DF110FBEA542}" destId="{6E999E49-CBA0-4F02-9342-428A4EE6BE9C}" srcOrd="1" destOrd="0" presId="urn:microsoft.com/office/officeart/2005/8/layout/hList1"/>
    <dgm:cxn modelId="{CBBAD176-9264-4649-BD75-A3F13EDA4DBF}" type="presParOf" srcId="{1CE97EAD-429C-4A6D-B1B2-DF110FBEA542}" destId="{DD88EA41-66D3-45E9-BA2C-BA0A1CAF900B}" srcOrd="2" destOrd="0" presId="urn:microsoft.com/office/officeart/2005/8/layout/hList1"/>
    <dgm:cxn modelId="{5A7D9B24-5CDC-4027-99BD-4E26781894C1}" type="presParOf" srcId="{DD88EA41-66D3-45E9-BA2C-BA0A1CAF900B}" destId="{150E64CD-BE7B-4E92-9254-80D0DB56BB04}" srcOrd="0" destOrd="0" presId="urn:microsoft.com/office/officeart/2005/8/layout/hList1"/>
    <dgm:cxn modelId="{05F9EEE3-6175-456F-BD2A-D5D44237D66A}" type="presParOf" srcId="{DD88EA41-66D3-45E9-BA2C-BA0A1CAF900B}" destId="{131EA3D2-D3B1-467F-8DEF-259FEE5A142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D6F809-06DF-4B9B-AD6E-2B208F9444FA}" type="doc">
      <dgm:prSet loTypeId="urn:microsoft.com/office/officeart/2005/8/layout/chevron2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ru-RU"/>
        </a:p>
      </dgm:t>
    </dgm:pt>
    <dgm:pt modelId="{19E9B1A8-EBF1-4186-9849-FBBC18D1C5CE}">
      <dgm:prSet phldrT="[Текст]"/>
      <dgm:spPr/>
      <dgm:t>
        <a:bodyPr/>
        <a:lstStyle/>
        <a:p>
          <a:r>
            <a:rPr lang="uk-UA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Характеризується</a:t>
          </a:r>
          <a:endParaRPr lang="ru-RU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49A49747-95E5-4F94-9DEF-7814A3FD246A}" type="parTrans" cxnId="{163EB5C3-736C-48B3-BE1D-E68834411672}">
      <dgm:prSet/>
      <dgm:spPr/>
      <dgm:t>
        <a:bodyPr/>
        <a:lstStyle/>
        <a:p>
          <a:endParaRPr lang="ru-RU"/>
        </a:p>
      </dgm:t>
    </dgm:pt>
    <dgm:pt modelId="{A5B3D53B-EB92-4821-8AC8-AD3364630DAA}" type="sibTrans" cxnId="{163EB5C3-736C-48B3-BE1D-E68834411672}">
      <dgm:prSet/>
      <dgm:spPr/>
      <dgm:t>
        <a:bodyPr/>
        <a:lstStyle/>
        <a:p>
          <a:endParaRPr lang="ru-RU"/>
        </a:p>
      </dgm:t>
    </dgm:pt>
    <dgm:pt modelId="{4AFFE064-A883-44B0-A3CD-3B78D485A0D5}">
      <dgm:prSet phldrT="[Текст]"/>
      <dgm:spPr/>
      <dgm:t>
        <a:bodyPr/>
        <a:lstStyle/>
        <a:p>
          <a:r>
            <a:rPr lang="uk-UA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Адаптацією в навколишньому середовищі</a:t>
          </a:r>
          <a:endParaRPr lang="ru-RU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4102863C-D754-4007-B1FB-E0E68E0B2D98}" type="parTrans" cxnId="{BC2F6341-82A6-4124-AA61-12B6F27591E1}">
      <dgm:prSet/>
      <dgm:spPr/>
      <dgm:t>
        <a:bodyPr/>
        <a:lstStyle/>
        <a:p>
          <a:endParaRPr lang="ru-RU"/>
        </a:p>
      </dgm:t>
    </dgm:pt>
    <dgm:pt modelId="{519EC5CD-6EDC-43CC-A73B-BE33754DFDF6}" type="sibTrans" cxnId="{BC2F6341-82A6-4124-AA61-12B6F27591E1}">
      <dgm:prSet/>
      <dgm:spPr/>
      <dgm:t>
        <a:bodyPr/>
        <a:lstStyle/>
        <a:p>
          <a:endParaRPr lang="ru-RU"/>
        </a:p>
      </dgm:t>
    </dgm:pt>
    <dgm:pt modelId="{E0C76FBD-E8F4-4F37-AB4C-D77BC625BB5C}">
      <dgm:prSet phldrT="[Текст]"/>
      <dgm:spPr/>
      <dgm:t>
        <a:bodyPr/>
        <a:lstStyle/>
        <a:p>
          <a:r>
            <a:rPr lang="uk-UA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Певним успіхом у житті</a:t>
          </a:r>
          <a:endParaRPr lang="ru-RU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E17EC879-3755-407D-93D8-84C37DA2253E}" type="parTrans" cxnId="{42337C79-4672-4AF1-924E-BA8704E56743}">
      <dgm:prSet/>
      <dgm:spPr/>
      <dgm:t>
        <a:bodyPr/>
        <a:lstStyle/>
        <a:p>
          <a:endParaRPr lang="ru-RU"/>
        </a:p>
      </dgm:t>
    </dgm:pt>
    <dgm:pt modelId="{F353C559-0D34-4893-9F9A-AB8D9B927F40}" type="sibTrans" cxnId="{42337C79-4672-4AF1-924E-BA8704E56743}">
      <dgm:prSet/>
      <dgm:spPr/>
      <dgm:t>
        <a:bodyPr/>
        <a:lstStyle/>
        <a:p>
          <a:endParaRPr lang="ru-RU"/>
        </a:p>
      </dgm:t>
    </dgm:pt>
    <dgm:pt modelId="{7F269AE9-E69D-47D7-8762-3CF295DD0D11}">
      <dgm:prSet phldrT="[Текст]" custT="1"/>
      <dgm:spPr/>
      <dgm:t>
        <a:bodyPr/>
        <a:lstStyle/>
        <a:p>
          <a:r>
            <a:rPr lang="uk-UA" sz="2000" b="1" i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Формується в результаті</a:t>
          </a:r>
          <a:endParaRPr lang="ru-RU" sz="2000" b="1" i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285840E7-91AF-41EE-B4B3-EB13EFF9A982}" type="parTrans" cxnId="{AFAABEEC-2713-4F2C-9054-808211E126C3}">
      <dgm:prSet/>
      <dgm:spPr/>
      <dgm:t>
        <a:bodyPr/>
        <a:lstStyle/>
        <a:p>
          <a:endParaRPr lang="ru-RU"/>
        </a:p>
      </dgm:t>
    </dgm:pt>
    <dgm:pt modelId="{CAD48AF8-92F7-47BF-AC9C-ABE4735BCB24}" type="sibTrans" cxnId="{AFAABEEC-2713-4F2C-9054-808211E126C3}">
      <dgm:prSet/>
      <dgm:spPr/>
      <dgm:t>
        <a:bodyPr/>
        <a:lstStyle/>
        <a:p>
          <a:endParaRPr lang="ru-RU"/>
        </a:p>
      </dgm:t>
    </dgm:pt>
    <dgm:pt modelId="{60580CF6-E892-4D74-A88B-7C41720FB800}">
      <dgm:prSet phldrT="[Текст]"/>
      <dgm:spPr/>
      <dgm:t>
        <a:bodyPr/>
        <a:lstStyle/>
        <a:p>
          <a:r>
            <a:rPr lang="uk-UA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Чіткого розуміння застосування в житті отриманих знань</a:t>
          </a:r>
          <a:endParaRPr lang="ru-RU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06DDC088-71F0-41E1-B653-8B53CF8BC6C0}" type="parTrans" cxnId="{8DD10CE0-7B76-4C6B-8EF2-F669E8A0FD44}">
      <dgm:prSet/>
      <dgm:spPr/>
      <dgm:t>
        <a:bodyPr/>
        <a:lstStyle/>
        <a:p>
          <a:endParaRPr lang="ru-RU"/>
        </a:p>
      </dgm:t>
    </dgm:pt>
    <dgm:pt modelId="{1AC51A4D-F7AE-4680-A50E-6E1F721E65BC}" type="sibTrans" cxnId="{8DD10CE0-7B76-4C6B-8EF2-F669E8A0FD44}">
      <dgm:prSet/>
      <dgm:spPr/>
      <dgm:t>
        <a:bodyPr/>
        <a:lstStyle/>
        <a:p>
          <a:endParaRPr lang="ru-RU"/>
        </a:p>
      </dgm:t>
    </dgm:pt>
    <dgm:pt modelId="{24407D38-1826-42AB-9AFB-01D680ADC0C7}">
      <dgm:prSet phldrT="[Текст]"/>
      <dgm:spPr/>
      <dgm:t>
        <a:bodyPr/>
        <a:lstStyle/>
        <a:p>
          <a:r>
            <a:rPr lang="uk-UA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Виявленням оптимальної стратегії </a:t>
          </a:r>
          <a:r>
            <a:rPr lang="uk-UA" dirty="0" err="1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розв</a:t>
          </a:r>
          <a:r>
            <a:rPr lang="en-US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’</a:t>
          </a:r>
          <a:r>
            <a:rPr lang="uk-UA" dirty="0" err="1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язання</a:t>
          </a:r>
          <a:r>
            <a:rPr lang="uk-UA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 реальної життєвої ситуації</a:t>
          </a:r>
          <a:endParaRPr lang="ru-RU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B1176F27-8A83-42B7-9D29-91CA0EFE1992}" type="parTrans" cxnId="{98E65AAB-7294-4DF2-8AB8-347EF241BB56}">
      <dgm:prSet/>
      <dgm:spPr/>
      <dgm:t>
        <a:bodyPr/>
        <a:lstStyle/>
        <a:p>
          <a:endParaRPr lang="ru-RU"/>
        </a:p>
      </dgm:t>
    </dgm:pt>
    <dgm:pt modelId="{60AD4008-FF3A-4030-B50A-D8DCA6AF4971}" type="sibTrans" cxnId="{98E65AAB-7294-4DF2-8AB8-347EF241BB56}">
      <dgm:prSet/>
      <dgm:spPr/>
      <dgm:t>
        <a:bodyPr/>
        <a:lstStyle/>
        <a:p>
          <a:endParaRPr lang="ru-RU"/>
        </a:p>
      </dgm:t>
    </dgm:pt>
    <dgm:pt modelId="{B54D2F2C-4A2E-4896-8671-794F77DBBF96}">
      <dgm:prSet phldrT="[Текст]"/>
      <dgm:spPr/>
      <dgm:t>
        <a:bodyPr/>
        <a:lstStyle/>
        <a:p>
          <a:r>
            <a:rPr lang="uk-UA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Розвитку вмінь роботи із знаннями</a:t>
          </a:r>
          <a:endParaRPr lang="ru-RU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1388EC11-A29C-4262-A614-C23D6DFE139E}" type="parTrans" cxnId="{48A1C680-2EC9-454C-AF20-8A82C18F301D}">
      <dgm:prSet/>
      <dgm:spPr/>
      <dgm:t>
        <a:bodyPr/>
        <a:lstStyle/>
        <a:p>
          <a:endParaRPr lang="ru-RU"/>
        </a:p>
      </dgm:t>
    </dgm:pt>
    <dgm:pt modelId="{857C37A3-E77D-422B-AF63-2D6BFEBFAC54}" type="sibTrans" cxnId="{48A1C680-2EC9-454C-AF20-8A82C18F301D}">
      <dgm:prSet/>
      <dgm:spPr/>
      <dgm:t>
        <a:bodyPr/>
        <a:lstStyle/>
        <a:p>
          <a:endParaRPr lang="ru-RU"/>
        </a:p>
      </dgm:t>
    </dgm:pt>
    <dgm:pt modelId="{D65BD413-F90B-424E-B212-AEF1F3C3AC38}" type="pres">
      <dgm:prSet presAssocID="{CDD6F809-06DF-4B9B-AD6E-2B208F9444FA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1C7285F-6D65-494C-83F2-2F6F34A85E64}" type="pres">
      <dgm:prSet presAssocID="{19E9B1A8-EBF1-4186-9849-FBBC18D1C5CE}" presName="composite" presStyleCnt="0"/>
      <dgm:spPr/>
    </dgm:pt>
    <dgm:pt modelId="{4FD3357C-C1D6-443F-B7CB-A523A6CA3BE7}" type="pres">
      <dgm:prSet presAssocID="{19E9B1A8-EBF1-4186-9849-FBBC18D1C5CE}" presName="parentText" presStyleLbl="alignNode1" presStyleIdx="0" presStyleCnt="2" custLinFactNeighborX="0" custLinFactNeighborY="-7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6A9499B-CB6D-4407-A33A-18DBA9EB847D}" type="pres">
      <dgm:prSet presAssocID="{19E9B1A8-EBF1-4186-9849-FBBC18D1C5CE}" presName="descendantText" presStyleLbl="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B4211B-6C06-427F-824B-3DEC8CE24E23}" type="pres">
      <dgm:prSet presAssocID="{A5B3D53B-EB92-4821-8AC8-AD3364630DAA}" presName="sp" presStyleCnt="0"/>
      <dgm:spPr/>
    </dgm:pt>
    <dgm:pt modelId="{E1D10462-8A23-4B15-9FC3-9C789D0F4974}" type="pres">
      <dgm:prSet presAssocID="{7F269AE9-E69D-47D7-8762-3CF295DD0D11}" presName="composite" presStyleCnt="0"/>
      <dgm:spPr/>
    </dgm:pt>
    <dgm:pt modelId="{7EA1F5B2-D7E4-48CC-84B0-AF613A0789F2}" type="pres">
      <dgm:prSet presAssocID="{7F269AE9-E69D-47D7-8762-3CF295DD0D11}" presName="parentText" presStyleLbl="align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3B36D6-2214-44E6-B34C-849E12A84BD9}" type="pres">
      <dgm:prSet presAssocID="{7F269AE9-E69D-47D7-8762-3CF295DD0D11}" presName="descendantText" presStyleLbl="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78EF057-801F-4800-9C49-0F9222F027F5}" type="presOf" srcId="{B54D2F2C-4A2E-4896-8671-794F77DBBF96}" destId="{343B36D6-2214-44E6-B34C-849E12A84BD9}" srcOrd="0" destOrd="1" presId="urn:microsoft.com/office/officeart/2005/8/layout/chevron2"/>
    <dgm:cxn modelId="{9715DF1C-C8E4-4EE6-AA7C-DBF486E9BC08}" type="presOf" srcId="{CDD6F809-06DF-4B9B-AD6E-2B208F9444FA}" destId="{D65BD413-F90B-424E-B212-AEF1F3C3AC38}" srcOrd="0" destOrd="0" presId="urn:microsoft.com/office/officeart/2005/8/layout/chevron2"/>
    <dgm:cxn modelId="{ED7F744F-254E-4D70-9825-C91ED0488FED}" type="presOf" srcId="{4AFFE064-A883-44B0-A3CD-3B78D485A0D5}" destId="{76A9499B-CB6D-4407-A33A-18DBA9EB847D}" srcOrd="0" destOrd="0" presId="urn:microsoft.com/office/officeart/2005/8/layout/chevron2"/>
    <dgm:cxn modelId="{BC2F6341-82A6-4124-AA61-12B6F27591E1}" srcId="{19E9B1A8-EBF1-4186-9849-FBBC18D1C5CE}" destId="{4AFFE064-A883-44B0-A3CD-3B78D485A0D5}" srcOrd="0" destOrd="0" parTransId="{4102863C-D754-4007-B1FB-E0E68E0B2D98}" sibTransId="{519EC5CD-6EDC-43CC-A73B-BE33754DFDF6}"/>
    <dgm:cxn modelId="{48A1C680-2EC9-454C-AF20-8A82C18F301D}" srcId="{7F269AE9-E69D-47D7-8762-3CF295DD0D11}" destId="{B54D2F2C-4A2E-4896-8671-794F77DBBF96}" srcOrd="1" destOrd="0" parTransId="{1388EC11-A29C-4262-A614-C23D6DFE139E}" sibTransId="{857C37A3-E77D-422B-AF63-2D6BFEBFAC54}"/>
    <dgm:cxn modelId="{FB377594-31C8-4164-952F-A9BA92F108E7}" type="presOf" srcId="{19E9B1A8-EBF1-4186-9849-FBBC18D1C5CE}" destId="{4FD3357C-C1D6-443F-B7CB-A523A6CA3BE7}" srcOrd="0" destOrd="0" presId="urn:microsoft.com/office/officeart/2005/8/layout/chevron2"/>
    <dgm:cxn modelId="{42337C79-4672-4AF1-924E-BA8704E56743}" srcId="{19E9B1A8-EBF1-4186-9849-FBBC18D1C5CE}" destId="{E0C76FBD-E8F4-4F37-AB4C-D77BC625BB5C}" srcOrd="1" destOrd="0" parTransId="{E17EC879-3755-407D-93D8-84C37DA2253E}" sibTransId="{F353C559-0D34-4893-9F9A-AB8D9B927F40}"/>
    <dgm:cxn modelId="{BFF60ED0-7607-457A-90C1-E550AD7D6D68}" type="presOf" srcId="{E0C76FBD-E8F4-4F37-AB4C-D77BC625BB5C}" destId="{76A9499B-CB6D-4407-A33A-18DBA9EB847D}" srcOrd="0" destOrd="1" presId="urn:microsoft.com/office/officeart/2005/8/layout/chevron2"/>
    <dgm:cxn modelId="{90A63E28-295F-4215-B659-B8B611387038}" type="presOf" srcId="{24407D38-1826-42AB-9AFB-01D680ADC0C7}" destId="{76A9499B-CB6D-4407-A33A-18DBA9EB847D}" srcOrd="0" destOrd="2" presId="urn:microsoft.com/office/officeart/2005/8/layout/chevron2"/>
    <dgm:cxn modelId="{163EB5C3-736C-48B3-BE1D-E68834411672}" srcId="{CDD6F809-06DF-4B9B-AD6E-2B208F9444FA}" destId="{19E9B1A8-EBF1-4186-9849-FBBC18D1C5CE}" srcOrd="0" destOrd="0" parTransId="{49A49747-95E5-4F94-9DEF-7814A3FD246A}" sibTransId="{A5B3D53B-EB92-4821-8AC8-AD3364630DAA}"/>
    <dgm:cxn modelId="{66F2FFDE-FA13-4956-82B0-13BCFF83B786}" type="presOf" srcId="{60580CF6-E892-4D74-A88B-7C41720FB800}" destId="{343B36D6-2214-44E6-B34C-849E12A84BD9}" srcOrd="0" destOrd="0" presId="urn:microsoft.com/office/officeart/2005/8/layout/chevron2"/>
    <dgm:cxn modelId="{8DD10CE0-7B76-4C6B-8EF2-F669E8A0FD44}" srcId="{7F269AE9-E69D-47D7-8762-3CF295DD0D11}" destId="{60580CF6-E892-4D74-A88B-7C41720FB800}" srcOrd="0" destOrd="0" parTransId="{06DDC088-71F0-41E1-B653-8B53CF8BC6C0}" sibTransId="{1AC51A4D-F7AE-4680-A50E-6E1F721E65BC}"/>
    <dgm:cxn modelId="{98E65AAB-7294-4DF2-8AB8-347EF241BB56}" srcId="{19E9B1A8-EBF1-4186-9849-FBBC18D1C5CE}" destId="{24407D38-1826-42AB-9AFB-01D680ADC0C7}" srcOrd="2" destOrd="0" parTransId="{B1176F27-8A83-42B7-9D29-91CA0EFE1992}" sibTransId="{60AD4008-FF3A-4030-B50A-D8DCA6AF4971}"/>
    <dgm:cxn modelId="{AFAABEEC-2713-4F2C-9054-808211E126C3}" srcId="{CDD6F809-06DF-4B9B-AD6E-2B208F9444FA}" destId="{7F269AE9-E69D-47D7-8762-3CF295DD0D11}" srcOrd="1" destOrd="0" parTransId="{285840E7-91AF-41EE-B4B3-EB13EFF9A982}" sibTransId="{CAD48AF8-92F7-47BF-AC9C-ABE4735BCB24}"/>
    <dgm:cxn modelId="{0F9B0CFB-6DA3-4E62-9B28-ECA091A8D811}" type="presOf" srcId="{7F269AE9-E69D-47D7-8762-3CF295DD0D11}" destId="{7EA1F5B2-D7E4-48CC-84B0-AF613A0789F2}" srcOrd="0" destOrd="0" presId="urn:microsoft.com/office/officeart/2005/8/layout/chevron2"/>
    <dgm:cxn modelId="{D41DD8D6-C7AD-4F27-9926-B3F6495BBF69}" type="presParOf" srcId="{D65BD413-F90B-424E-B212-AEF1F3C3AC38}" destId="{91C7285F-6D65-494C-83F2-2F6F34A85E64}" srcOrd="0" destOrd="0" presId="urn:microsoft.com/office/officeart/2005/8/layout/chevron2"/>
    <dgm:cxn modelId="{757DF762-47D1-4987-8BF6-D77D964C1255}" type="presParOf" srcId="{91C7285F-6D65-494C-83F2-2F6F34A85E64}" destId="{4FD3357C-C1D6-443F-B7CB-A523A6CA3BE7}" srcOrd="0" destOrd="0" presId="urn:microsoft.com/office/officeart/2005/8/layout/chevron2"/>
    <dgm:cxn modelId="{402A5CB8-D742-4B4B-8250-CEFB7271DA89}" type="presParOf" srcId="{91C7285F-6D65-494C-83F2-2F6F34A85E64}" destId="{76A9499B-CB6D-4407-A33A-18DBA9EB847D}" srcOrd="1" destOrd="0" presId="urn:microsoft.com/office/officeart/2005/8/layout/chevron2"/>
    <dgm:cxn modelId="{CF13C5CE-1AE2-47F8-A92D-DF491D959480}" type="presParOf" srcId="{D65BD413-F90B-424E-B212-AEF1F3C3AC38}" destId="{E7B4211B-6C06-427F-824B-3DEC8CE24E23}" srcOrd="1" destOrd="0" presId="urn:microsoft.com/office/officeart/2005/8/layout/chevron2"/>
    <dgm:cxn modelId="{6DEF861C-C211-4F91-86ED-A329A4553F76}" type="presParOf" srcId="{D65BD413-F90B-424E-B212-AEF1F3C3AC38}" destId="{E1D10462-8A23-4B15-9FC3-9C789D0F4974}" srcOrd="2" destOrd="0" presId="urn:microsoft.com/office/officeart/2005/8/layout/chevron2"/>
    <dgm:cxn modelId="{137024E8-559F-4158-BAB7-6946D11ABD7D}" type="presParOf" srcId="{E1D10462-8A23-4B15-9FC3-9C789D0F4974}" destId="{7EA1F5B2-D7E4-48CC-84B0-AF613A0789F2}" srcOrd="0" destOrd="0" presId="urn:microsoft.com/office/officeart/2005/8/layout/chevron2"/>
    <dgm:cxn modelId="{66B285DF-445B-4BD2-BE20-D59DA939F7BF}" type="presParOf" srcId="{E1D10462-8A23-4B15-9FC3-9C789D0F4974}" destId="{343B36D6-2214-44E6-B34C-849E12A84BD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71A52DB-5022-423E-AB27-90FD0759163D}" type="doc">
      <dgm:prSet loTypeId="urn:microsoft.com/office/officeart/2005/8/layout/cycle7" loCatId="cycle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ru-RU"/>
        </a:p>
      </dgm:t>
    </dgm:pt>
    <dgm:pt modelId="{5EA4A727-E636-4E9A-8AF3-3EE62B3CA355}">
      <dgm:prSet phldrT="[Текст]"/>
      <dgm:spPr/>
      <dgm:t>
        <a:bodyPr/>
        <a:lstStyle/>
        <a:p>
          <a:r>
            <a:rPr lang="uk-UA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rPr>
            <a:t>Творчий інтелект</a:t>
          </a:r>
          <a:endParaRPr lang="ru-RU" b="1" dirty="0">
            <a:solidFill>
              <a:srgbClr val="C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C9F17DCD-2F2B-47A0-A248-FE0ADDF5CF5A}" type="parTrans" cxnId="{61E346DE-85BD-42EF-B07D-8C93EA4D07A6}">
      <dgm:prSet/>
      <dgm:spPr/>
      <dgm:t>
        <a:bodyPr/>
        <a:lstStyle/>
        <a:p>
          <a:endParaRPr lang="ru-RU"/>
        </a:p>
      </dgm:t>
    </dgm:pt>
    <dgm:pt modelId="{C79BA8DC-3EB4-4F1F-8252-CE60E3D32CF5}" type="sibTrans" cxnId="{61E346DE-85BD-42EF-B07D-8C93EA4D07A6}">
      <dgm:prSet/>
      <dgm:spPr>
        <a:solidFill>
          <a:srgbClr val="92D050"/>
        </a:solidFill>
      </dgm:spPr>
      <dgm:t>
        <a:bodyPr/>
        <a:lstStyle/>
        <a:p>
          <a:endParaRPr lang="ru-RU"/>
        </a:p>
      </dgm:t>
    </dgm:pt>
    <dgm:pt modelId="{A514C8FE-3CC1-47B0-BAB3-9173ECCDD4F1}">
      <dgm:prSet phldrT="[Текст]"/>
      <dgm:spPr/>
      <dgm:t>
        <a:bodyPr/>
        <a:lstStyle/>
        <a:p>
          <a:r>
            <a:rPr lang="uk-UA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rPr>
            <a:t>Аналітичний Інтелект</a:t>
          </a:r>
          <a:endParaRPr lang="ru-RU" b="1" dirty="0">
            <a:solidFill>
              <a:srgbClr val="C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6074342B-3D14-48DB-8D05-BDCF9DE6F18D}" type="parTrans" cxnId="{E6317CB4-6354-400B-8411-4974874D1E66}">
      <dgm:prSet/>
      <dgm:spPr/>
      <dgm:t>
        <a:bodyPr/>
        <a:lstStyle/>
        <a:p>
          <a:endParaRPr lang="ru-RU"/>
        </a:p>
      </dgm:t>
    </dgm:pt>
    <dgm:pt modelId="{20E3B10F-7948-4E9D-9124-446C956148DE}" type="sibTrans" cxnId="{E6317CB4-6354-400B-8411-4974874D1E66}">
      <dgm:prSet/>
      <dgm:spPr>
        <a:solidFill>
          <a:srgbClr val="92D050"/>
        </a:solidFill>
      </dgm:spPr>
      <dgm:t>
        <a:bodyPr/>
        <a:lstStyle/>
        <a:p>
          <a:endParaRPr lang="ru-RU"/>
        </a:p>
      </dgm:t>
    </dgm:pt>
    <dgm:pt modelId="{896D8F31-052E-4896-BE3B-BE63EB2DEDD4}">
      <dgm:prSet phldrT="[Текст]"/>
      <dgm:spPr/>
      <dgm:t>
        <a:bodyPr/>
        <a:lstStyle/>
        <a:p>
          <a:r>
            <a:rPr lang="uk-UA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rPr>
            <a:t>Практичний інтелект</a:t>
          </a:r>
          <a:endParaRPr lang="ru-RU" b="1" dirty="0">
            <a:solidFill>
              <a:srgbClr val="C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91CB503E-2FDD-417D-8BD4-4A930891D157}" type="parTrans" cxnId="{9AC44B33-5CDD-4949-B157-6B27E22B452C}">
      <dgm:prSet/>
      <dgm:spPr/>
      <dgm:t>
        <a:bodyPr/>
        <a:lstStyle/>
        <a:p>
          <a:endParaRPr lang="ru-RU"/>
        </a:p>
      </dgm:t>
    </dgm:pt>
    <dgm:pt modelId="{EE0D66ED-C315-4675-98F6-5F40CCB818F1}" type="sibTrans" cxnId="{9AC44B33-5CDD-4949-B157-6B27E22B452C}">
      <dgm:prSet/>
      <dgm:spPr>
        <a:solidFill>
          <a:srgbClr val="92D050"/>
        </a:solidFill>
      </dgm:spPr>
      <dgm:t>
        <a:bodyPr/>
        <a:lstStyle/>
        <a:p>
          <a:endParaRPr lang="ru-RU"/>
        </a:p>
      </dgm:t>
    </dgm:pt>
    <dgm:pt modelId="{D510C4BD-6FAB-404B-B89D-85D9289290B9}" type="pres">
      <dgm:prSet presAssocID="{671A52DB-5022-423E-AB27-90FD0759163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B9C60F2-734D-46D1-9481-109F19664622}" type="pres">
      <dgm:prSet presAssocID="{5EA4A727-E636-4E9A-8AF3-3EE62B3CA35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32EAFE-8BEB-47EC-A1E9-4A97A62C7B15}" type="pres">
      <dgm:prSet presAssocID="{C79BA8DC-3EB4-4F1F-8252-CE60E3D32CF5}" presName="sibTrans" presStyleLbl="sibTrans2D1" presStyleIdx="0" presStyleCnt="3" custScaleX="169381"/>
      <dgm:spPr/>
      <dgm:t>
        <a:bodyPr/>
        <a:lstStyle/>
        <a:p>
          <a:endParaRPr lang="ru-RU"/>
        </a:p>
      </dgm:t>
    </dgm:pt>
    <dgm:pt modelId="{00008436-8C28-4000-A3A0-D1AC2C85FC84}" type="pres">
      <dgm:prSet presAssocID="{C79BA8DC-3EB4-4F1F-8252-CE60E3D32CF5}" presName="connectorText" presStyleLbl="sibTrans2D1" presStyleIdx="0" presStyleCnt="3"/>
      <dgm:spPr/>
      <dgm:t>
        <a:bodyPr/>
        <a:lstStyle/>
        <a:p>
          <a:endParaRPr lang="ru-RU"/>
        </a:p>
      </dgm:t>
    </dgm:pt>
    <dgm:pt modelId="{B87F5914-F659-42D5-BECC-1BC30B1254FC}" type="pres">
      <dgm:prSet presAssocID="{A514C8FE-3CC1-47B0-BAB3-9173ECCDD4F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70C37A-A8DD-41E6-B3FA-F373715AE31C}" type="pres">
      <dgm:prSet presAssocID="{20E3B10F-7948-4E9D-9124-446C956148DE}" presName="sibTrans" presStyleLbl="sibTrans2D1" presStyleIdx="1" presStyleCnt="3"/>
      <dgm:spPr/>
      <dgm:t>
        <a:bodyPr/>
        <a:lstStyle/>
        <a:p>
          <a:endParaRPr lang="ru-RU"/>
        </a:p>
      </dgm:t>
    </dgm:pt>
    <dgm:pt modelId="{32969FEA-12DD-41BF-96C2-997DB2D16096}" type="pres">
      <dgm:prSet presAssocID="{20E3B10F-7948-4E9D-9124-446C956148DE}" presName="connectorText" presStyleLbl="sibTrans2D1" presStyleIdx="1" presStyleCnt="3"/>
      <dgm:spPr/>
      <dgm:t>
        <a:bodyPr/>
        <a:lstStyle/>
        <a:p>
          <a:endParaRPr lang="ru-RU"/>
        </a:p>
      </dgm:t>
    </dgm:pt>
    <dgm:pt modelId="{86BC2B0B-6C1E-4D8B-9969-A96F116EC6D6}" type="pres">
      <dgm:prSet presAssocID="{896D8F31-052E-4896-BE3B-BE63EB2DEDD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F85A07-3DDF-4F0D-9003-78ECB30238DF}" type="pres">
      <dgm:prSet presAssocID="{EE0D66ED-C315-4675-98F6-5F40CCB818F1}" presName="sibTrans" presStyleLbl="sibTrans2D1" presStyleIdx="2" presStyleCnt="3" custScaleX="169381"/>
      <dgm:spPr/>
      <dgm:t>
        <a:bodyPr/>
        <a:lstStyle/>
        <a:p>
          <a:endParaRPr lang="ru-RU"/>
        </a:p>
      </dgm:t>
    </dgm:pt>
    <dgm:pt modelId="{DFBE6DB2-CB1C-4A21-934C-9137F70384EC}" type="pres">
      <dgm:prSet presAssocID="{EE0D66ED-C315-4675-98F6-5F40CCB818F1}" presName="connectorText" presStyleLbl="sibTrans2D1" presStyleIdx="2" presStyleCnt="3"/>
      <dgm:spPr/>
      <dgm:t>
        <a:bodyPr/>
        <a:lstStyle/>
        <a:p>
          <a:endParaRPr lang="ru-RU"/>
        </a:p>
      </dgm:t>
    </dgm:pt>
  </dgm:ptLst>
  <dgm:cxnLst>
    <dgm:cxn modelId="{E6317CB4-6354-400B-8411-4974874D1E66}" srcId="{671A52DB-5022-423E-AB27-90FD0759163D}" destId="{A514C8FE-3CC1-47B0-BAB3-9173ECCDD4F1}" srcOrd="1" destOrd="0" parTransId="{6074342B-3D14-48DB-8D05-BDCF9DE6F18D}" sibTransId="{20E3B10F-7948-4E9D-9124-446C956148DE}"/>
    <dgm:cxn modelId="{9AC44B33-5CDD-4949-B157-6B27E22B452C}" srcId="{671A52DB-5022-423E-AB27-90FD0759163D}" destId="{896D8F31-052E-4896-BE3B-BE63EB2DEDD4}" srcOrd="2" destOrd="0" parTransId="{91CB503E-2FDD-417D-8BD4-4A930891D157}" sibTransId="{EE0D66ED-C315-4675-98F6-5F40CCB818F1}"/>
    <dgm:cxn modelId="{6CF93344-149F-4FD6-B6EC-E82963161E11}" type="presOf" srcId="{C79BA8DC-3EB4-4F1F-8252-CE60E3D32CF5}" destId="{00008436-8C28-4000-A3A0-D1AC2C85FC84}" srcOrd="1" destOrd="0" presId="urn:microsoft.com/office/officeart/2005/8/layout/cycle7"/>
    <dgm:cxn modelId="{3F69E9DB-B9CF-4119-B740-00F5987983F6}" type="presOf" srcId="{5EA4A727-E636-4E9A-8AF3-3EE62B3CA355}" destId="{EB9C60F2-734D-46D1-9481-109F19664622}" srcOrd="0" destOrd="0" presId="urn:microsoft.com/office/officeart/2005/8/layout/cycle7"/>
    <dgm:cxn modelId="{11123DCC-473F-4051-937F-8BBE2B1B81C6}" type="presOf" srcId="{C79BA8DC-3EB4-4F1F-8252-CE60E3D32CF5}" destId="{E932EAFE-8BEB-47EC-A1E9-4A97A62C7B15}" srcOrd="0" destOrd="0" presId="urn:microsoft.com/office/officeart/2005/8/layout/cycle7"/>
    <dgm:cxn modelId="{65892C45-8938-427A-9CC4-0CD33A56DAFF}" type="presOf" srcId="{20E3B10F-7948-4E9D-9124-446C956148DE}" destId="{32969FEA-12DD-41BF-96C2-997DB2D16096}" srcOrd="1" destOrd="0" presId="urn:microsoft.com/office/officeart/2005/8/layout/cycle7"/>
    <dgm:cxn modelId="{5D0A7641-D800-411D-9BEA-56FBD4DFB5BE}" type="presOf" srcId="{20E3B10F-7948-4E9D-9124-446C956148DE}" destId="{F370C37A-A8DD-41E6-B3FA-F373715AE31C}" srcOrd="0" destOrd="0" presId="urn:microsoft.com/office/officeart/2005/8/layout/cycle7"/>
    <dgm:cxn modelId="{926C91ED-3039-4779-9903-ED5044E7DDE8}" type="presOf" srcId="{A514C8FE-3CC1-47B0-BAB3-9173ECCDD4F1}" destId="{B87F5914-F659-42D5-BECC-1BC30B1254FC}" srcOrd="0" destOrd="0" presId="urn:microsoft.com/office/officeart/2005/8/layout/cycle7"/>
    <dgm:cxn modelId="{744E4E73-B87C-4619-8BA5-71C770F3EA3F}" type="presOf" srcId="{EE0D66ED-C315-4675-98F6-5F40CCB818F1}" destId="{DFBE6DB2-CB1C-4A21-934C-9137F70384EC}" srcOrd="1" destOrd="0" presId="urn:microsoft.com/office/officeart/2005/8/layout/cycle7"/>
    <dgm:cxn modelId="{E22400C3-8C94-4F44-9DC8-2136ADB7398D}" type="presOf" srcId="{671A52DB-5022-423E-AB27-90FD0759163D}" destId="{D510C4BD-6FAB-404B-B89D-85D9289290B9}" srcOrd="0" destOrd="0" presId="urn:microsoft.com/office/officeart/2005/8/layout/cycle7"/>
    <dgm:cxn modelId="{BB74F15B-0510-4092-A36D-DAD0639B525A}" type="presOf" srcId="{896D8F31-052E-4896-BE3B-BE63EB2DEDD4}" destId="{86BC2B0B-6C1E-4D8B-9969-A96F116EC6D6}" srcOrd="0" destOrd="0" presId="urn:microsoft.com/office/officeart/2005/8/layout/cycle7"/>
    <dgm:cxn modelId="{61E346DE-85BD-42EF-B07D-8C93EA4D07A6}" srcId="{671A52DB-5022-423E-AB27-90FD0759163D}" destId="{5EA4A727-E636-4E9A-8AF3-3EE62B3CA355}" srcOrd="0" destOrd="0" parTransId="{C9F17DCD-2F2B-47A0-A248-FE0ADDF5CF5A}" sibTransId="{C79BA8DC-3EB4-4F1F-8252-CE60E3D32CF5}"/>
    <dgm:cxn modelId="{2E086A1F-E10C-4301-A0DF-0ABFD347016F}" type="presOf" srcId="{EE0D66ED-C315-4675-98F6-5F40CCB818F1}" destId="{28F85A07-3DDF-4F0D-9003-78ECB30238DF}" srcOrd="0" destOrd="0" presId="urn:microsoft.com/office/officeart/2005/8/layout/cycle7"/>
    <dgm:cxn modelId="{E10B17C5-944D-418E-8F37-03951F5C7A41}" type="presParOf" srcId="{D510C4BD-6FAB-404B-B89D-85D9289290B9}" destId="{EB9C60F2-734D-46D1-9481-109F19664622}" srcOrd="0" destOrd="0" presId="urn:microsoft.com/office/officeart/2005/8/layout/cycle7"/>
    <dgm:cxn modelId="{E929B362-6F4D-48A0-BFA1-2816A394911B}" type="presParOf" srcId="{D510C4BD-6FAB-404B-B89D-85D9289290B9}" destId="{E932EAFE-8BEB-47EC-A1E9-4A97A62C7B15}" srcOrd="1" destOrd="0" presId="urn:microsoft.com/office/officeart/2005/8/layout/cycle7"/>
    <dgm:cxn modelId="{9AF2B232-0EB7-4B27-ADC0-C8AB21B994B1}" type="presParOf" srcId="{E932EAFE-8BEB-47EC-A1E9-4A97A62C7B15}" destId="{00008436-8C28-4000-A3A0-D1AC2C85FC84}" srcOrd="0" destOrd="0" presId="urn:microsoft.com/office/officeart/2005/8/layout/cycle7"/>
    <dgm:cxn modelId="{239BA341-DAFE-4DC9-AC13-52E418C8EDC6}" type="presParOf" srcId="{D510C4BD-6FAB-404B-B89D-85D9289290B9}" destId="{B87F5914-F659-42D5-BECC-1BC30B1254FC}" srcOrd="2" destOrd="0" presId="urn:microsoft.com/office/officeart/2005/8/layout/cycle7"/>
    <dgm:cxn modelId="{7DE1E4F7-5D65-4524-B0CA-60BA7C946455}" type="presParOf" srcId="{D510C4BD-6FAB-404B-B89D-85D9289290B9}" destId="{F370C37A-A8DD-41E6-B3FA-F373715AE31C}" srcOrd="3" destOrd="0" presId="urn:microsoft.com/office/officeart/2005/8/layout/cycle7"/>
    <dgm:cxn modelId="{420AF8D4-30B0-4EC1-A997-B3ECE9B7EA66}" type="presParOf" srcId="{F370C37A-A8DD-41E6-B3FA-F373715AE31C}" destId="{32969FEA-12DD-41BF-96C2-997DB2D16096}" srcOrd="0" destOrd="0" presId="urn:microsoft.com/office/officeart/2005/8/layout/cycle7"/>
    <dgm:cxn modelId="{96E9EC71-7827-43A9-B81F-CFCE97B6F149}" type="presParOf" srcId="{D510C4BD-6FAB-404B-B89D-85D9289290B9}" destId="{86BC2B0B-6C1E-4D8B-9969-A96F116EC6D6}" srcOrd="4" destOrd="0" presId="urn:microsoft.com/office/officeart/2005/8/layout/cycle7"/>
    <dgm:cxn modelId="{3C5C4F57-7862-4552-907D-28C40F84DD59}" type="presParOf" srcId="{D510C4BD-6FAB-404B-B89D-85D9289290B9}" destId="{28F85A07-3DDF-4F0D-9003-78ECB30238DF}" srcOrd="5" destOrd="0" presId="urn:microsoft.com/office/officeart/2005/8/layout/cycle7"/>
    <dgm:cxn modelId="{83F5D385-E0AC-4C4C-8809-51CECF8F0A53}" type="presParOf" srcId="{28F85A07-3DDF-4F0D-9003-78ECB30238DF}" destId="{DFBE6DB2-CB1C-4A21-934C-9137F70384EC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90924C-DB64-4DBD-8522-32540E671114}" type="doc">
      <dgm:prSet loTypeId="urn:microsoft.com/office/officeart/2005/8/layout/pyramid2" loCatId="pyramid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ru-RU"/>
        </a:p>
      </dgm:t>
    </dgm:pt>
    <dgm:pt modelId="{B1706F09-0391-4630-AAFF-EAF87A2C558C}">
      <dgm:prSet phldrT="[Текст]"/>
      <dgm:spPr/>
      <dgm:t>
        <a:bodyPr/>
        <a:lstStyle/>
        <a:p>
          <a:r>
            <a:rPr lang="uk-UA" b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Цілеспрямованість у досягненні мети</a:t>
          </a:r>
          <a:endParaRPr lang="ru-RU" b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5FB8CA9D-F75F-41D7-9B7F-E6BA63695BE2}" type="parTrans" cxnId="{CCDF645D-C185-43D8-AF5D-0BD1F47150D8}">
      <dgm:prSet/>
      <dgm:spPr/>
      <dgm:t>
        <a:bodyPr/>
        <a:lstStyle/>
        <a:p>
          <a:endParaRPr lang="ru-RU"/>
        </a:p>
      </dgm:t>
    </dgm:pt>
    <dgm:pt modelId="{4772603B-88F5-4283-BFED-31B03853CFA2}" type="sibTrans" cxnId="{CCDF645D-C185-43D8-AF5D-0BD1F47150D8}">
      <dgm:prSet/>
      <dgm:spPr/>
      <dgm:t>
        <a:bodyPr/>
        <a:lstStyle/>
        <a:p>
          <a:endParaRPr lang="ru-RU"/>
        </a:p>
      </dgm:t>
    </dgm:pt>
    <dgm:pt modelId="{195D82DC-EEDD-4644-9872-8AD973A8F07B}">
      <dgm:prSet phldrT="[Текст]"/>
      <dgm:spPr/>
      <dgm:t>
        <a:bodyPr/>
        <a:lstStyle/>
        <a:p>
          <a:r>
            <a:rPr lang="uk-UA" b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Упевненість у власних силах і розумових здібностях</a:t>
          </a:r>
          <a:endParaRPr lang="ru-RU" b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686F14AD-4C23-48EC-A534-A03CD5B7AC37}" type="parTrans" cxnId="{5CB1E6F5-91C6-45BD-A2B8-037D4CA1F257}">
      <dgm:prSet/>
      <dgm:spPr/>
      <dgm:t>
        <a:bodyPr/>
        <a:lstStyle/>
        <a:p>
          <a:endParaRPr lang="ru-RU"/>
        </a:p>
      </dgm:t>
    </dgm:pt>
    <dgm:pt modelId="{F754C07D-7066-434B-BDA4-F46D15D7F3FB}" type="sibTrans" cxnId="{5CB1E6F5-91C6-45BD-A2B8-037D4CA1F257}">
      <dgm:prSet/>
      <dgm:spPr/>
      <dgm:t>
        <a:bodyPr/>
        <a:lstStyle/>
        <a:p>
          <a:endParaRPr lang="ru-RU"/>
        </a:p>
      </dgm:t>
    </dgm:pt>
    <dgm:pt modelId="{2B290A51-50B0-4570-B02C-73225964F2C4}">
      <dgm:prSet phldrT="[Текст]"/>
      <dgm:spPr/>
      <dgm:t>
        <a:bodyPr/>
        <a:lstStyle/>
        <a:p>
          <a:r>
            <a:rPr lang="uk-UA" b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Самостійність у виборі мети та засобів досягнення цієї мети</a:t>
          </a:r>
          <a:endParaRPr lang="ru-RU" b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D1C2346C-AC06-49A3-9741-6F4CBB575682}" type="parTrans" cxnId="{86B6750C-8312-41D1-8F77-42D7ADB230F2}">
      <dgm:prSet/>
      <dgm:spPr/>
      <dgm:t>
        <a:bodyPr/>
        <a:lstStyle/>
        <a:p>
          <a:endParaRPr lang="ru-RU"/>
        </a:p>
      </dgm:t>
    </dgm:pt>
    <dgm:pt modelId="{FBA4E23D-2138-445C-B3A1-DE3972AE1BCE}" type="sibTrans" cxnId="{86B6750C-8312-41D1-8F77-42D7ADB230F2}">
      <dgm:prSet/>
      <dgm:spPr/>
      <dgm:t>
        <a:bodyPr/>
        <a:lstStyle/>
        <a:p>
          <a:endParaRPr lang="ru-RU"/>
        </a:p>
      </dgm:t>
    </dgm:pt>
    <dgm:pt modelId="{0A81BD63-31B7-4DE7-98CB-D805D25194F3}">
      <dgm:prSet phldrT="[Текст]"/>
      <dgm:spPr/>
      <dgm:t>
        <a:bodyPr/>
        <a:lstStyle/>
        <a:p>
          <a:r>
            <a:rPr lang="uk-UA" b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Відсутність дискомфорту та рішучість у ситуації вибору</a:t>
          </a:r>
          <a:endParaRPr lang="ru-RU" b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FC0CDE17-04DC-437D-9AF4-E7FE3DE3529B}" type="parTrans" cxnId="{1CCB378D-91F0-487D-9AE1-B24025C20590}">
      <dgm:prSet/>
      <dgm:spPr/>
      <dgm:t>
        <a:bodyPr/>
        <a:lstStyle/>
        <a:p>
          <a:endParaRPr lang="ru-RU"/>
        </a:p>
      </dgm:t>
    </dgm:pt>
    <dgm:pt modelId="{F674B51C-6747-4274-9C35-7B3A67719301}" type="sibTrans" cxnId="{1CCB378D-91F0-487D-9AE1-B24025C20590}">
      <dgm:prSet/>
      <dgm:spPr/>
      <dgm:t>
        <a:bodyPr/>
        <a:lstStyle/>
        <a:p>
          <a:endParaRPr lang="ru-RU"/>
        </a:p>
      </dgm:t>
    </dgm:pt>
    <dgm:pt modelId="{EB474E90-8914-4C9B-9E7B-374BAD099DDD}">
      <dgm:prSet phldrT="[Текст]"/>
      <dgm:spPr/>
      <dgm:t>
        <a:bodyPr/>
        <a:lstStyle/>
        <a:p>
          <a:r>
            <a:rPr lang="uk-UA" b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Бажання, а потім і звичку брати на себе </a:t>
          </a:r>
          <a:r>
            <a:rPr lang="uk-UA" b="1" dirty="0" err="1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розв</a:t>
          </a:r>
          <a:r>
            <a:rPr lang="en-US" b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’</a:t>
          </a:r>
          <a:r>
            <a:rPr lang="uk-UA" b="1" dirty="0" err="1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язання</a:t>
          </a:r>
          <a:r>
            <a:rPr lang="uk-UA" b="1" dirty="0" smtClean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rPr>
            <a:t> проблеми вибору</a:t>
          </a:r>
          <a:endParaRPr lang="ru-RU" b="1" dirty="0">
            <a:solidFill>
              <a:schemeClr val="accent2">
                <a:lumMod val="75000"/>
              </a:schemeClr>
            </a:solidFill>
            <a:latin typeface="Times New Roman" pitchFamily="18" charset="0"/>
            <a:cs typeface="Times New Roman" pitchFamily="18" charset="0"/>
          </a:endParaRPr>
        </a:p>
      </dgm:t>
    </dgm:pt>
    <dgm:pt modelId="{8A7ED17D-A3F0-46D1-BD78-6398E6911227}" type="parTrans" cxnId="{7799CC50-6D4C-438B-AE2B-FE865185406E}">
      <dgm:prSet/>
      <dgm:spPr/>
      <dgm:t>
        <a:bodyPr/>
        <a:lstStyle/>
        <a:p>
          <a:endParaRPr lang="ru-RU"/>
        </a:p>
      </dgm:t>
    </dgm:pt>
    <dgm:pt modelId="{F8656FFE-17D1-4C5C-9E10-662D2008CCDF}" type="sibTrans" cxnId="{7799CC50-6D4C-438B-AE2B-FE865185406E}">
      <dgm:prSet/>
      <dgm:spPr/>
      <dgm:t>
        <a:bodyPr/>
        <a:lstStyle/>
        <a:p>
          <a:endParaRPr lang="ru-RU"/>
        </a:p>
      </dgm:t>
    </dgm:pt>
    <dgm:pt modelId="{737A5D4D-EB1A-4457-86E7-26F3DBAAA39A}" type="pres">
      <dgm:prSet presAssocID="{C190924C-DB64-4DBD-8522-32540E671114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ru-RU"/>
        </a:p>
      </dgm:t>
    </dgm:pt>
    <dgm:pt modelId="{353A3013-079A-45F4-B327-8B51FAB4DE40}" type="pres">
      <dgm:prSet presAssocID="{C190924C-DB64-4DBD-8522-32540E671114}" presName="pyramid" presStyleLbl="node1" presStyleIdx="0" presStyleCnt="1" custScaleX="155844" custScaleY="79221"/>
      <dgm:spPr/>
    </dgm:pt>
    <dgm:pt modelId="{5343BC9B-2FF8-4BAF-9259-FBBD5F403449}" type="pres">
      <dgm:prSet presAssocID="{C190924C-DB64-4DBD-8522-32540E671114}" presName="theList" presStyleCnt="0"/>
      <dgm:spPr/>
    </dgm:pt>
    <dgm:pt modelId="{E20A8671-B18D-4C2A-873C-21F803B90264}" type="pres">
      <dgm:prSet presAssocID="{B1706F09-0391-4630-AAFF-EAF87A2C558C}" presName="aNode" presStyleLbl="fg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A357D5-5428-4406-919C-F96D0C01A269}" type="pres">
      <dgm:prSet presAssocID="{B1706F09-0391-4630-AAFF-EAF87A2C558C}" presName="aSpace" presStyleCnt="0"/>
      <dgm:spPr/>
    </dgm:pt>
    <dgm:pt modelId="{DEAF76BA-CA7B-437F-8DF9-A952BB8343E0}" type="pres">
      <dgm:prSet presAssocID="{195D82DC-EEDD-4644-9872-8AD973A8F07B}" presName="aNode" presStyleLbl="fgAcc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90EB5A-587B-4DA2-8637-76C3737E3919}" type="pres">
      <dgm:prSet presAssocID="{195D82DC-EEDD-4644-9872-8AD973A8F07B}" presName="aSpace" presStyleCnt="0"/>
      <dgm:spPr/>
    </dgm:pt>
    <dgm:pt modelId="{67B8B335-A4A3-4D0B-BA5F-3DF4B037C2B8}" type="pres">
      <dgm:prSet presAssocID="{2B290A51-50B0-4570-B02C-73225964F2C4}" presName="aNode" presStyleLbl="fgAcc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B0B3F0-531A-4062-9C1E-73F061A86E56}" type="pres">
      <dgm:prSet presAssocID="{2B290A51-50B0-4570-B02C-73225964F2C4}" presName="aSpace" presStyleCnt="0"/>
      <dgm:spPr/>
    </dgm:pt>
    <dgm:pt modelId="{CE6BE3D2-B036-47A3-997B-1AF9F1F7ADC1}" type="pres">
      <dgm:prSet presAssocID="{0A81BD63-31B7-4DE7-98CB-D805D25194F3}" presName="aNode" presStyleLbl="fg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497F165-2814-4F1F-B8D1-C34AFC78AFF2}" type="pres">
      <dgm:prSet presAssocID="{0A81BD63-31B7-4DE7-98CB-D805D25194F3}" presName="aSpace" presStyleCnt="0"/>
      <dgm:spPr/>
    </dgm:pt>
    <dgm:pt modelId="{72949369-A241-491A-B446-7D9B988509E4}" type="pres">
      <dgm:prSet presAssocID="{EB474E90-8914-4C9B-9E7B-374BAD099DDD}" presName="aNode" presStyleLbl="fg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3AC59C-80B0-4813-A31E-2C6C381DA33D}" type="pres">
      <dgm:prSet presAssocID="{EB474E90-8914-4C9B-9E7B-374BAD099DDD}" presName="aSpace" presStyleCnt="0"/>
      <dgm:spPr/>
    </dgm:pt>
  </dgm:ptLst>
  <dgm:cxnLst>
    <dgm:cxn modelId="{392CABF7-2C42-4B92-811E-AE3E2759F6F7}" type="presOf" srcId="{2B290A51-50B0-4570-B02C-73225964F2C4}" destId="{67B8B335-A4A3-4D0B-BA5F-3DF4B037C2B8}" srcOrd="0" destOrd="0" presId="urn:microsoft.com/office/officeart/2005/8/layout/pyramid2"/>
    <dgm:cxn modelId="{7BE187C3-57F3-430E-B979-7BDC2D08E368}" type="presOf" srcId="{EB474E90-8914-4C9B-9E7B-374BAD099DDD}" destId="{72949369-A241-491A-B446-7D9B988509E4}" srcOrd="0" destOrd="0" presId="urn:microsoft.com/office/officeart/2005/8/layout/pyramid2"/>
    <dgm:cxn modelId="{CCDF645D-C185-43D8-AF5D-0BD1F47150D8}" srcId="{C190924C-DB64-4DBD-8522-32540E671114}" destId="{B1706F09-0391-4630-AAFF-EAF87A2C558C}" srcOrd="0" destOrd="0" parTransId="{5FB8CA9D-F75F-41D7-9B7F-E6BA63695BE2}" sibTransId="{4772603B-88F5-4283-BFED-31B03853CFA2}"/>
    <dgm:cxn modelId="{D529B4EC-5E16-4339-91C1-B0C1EFE8827C}" type="presOf" srcId="{C190924C-DB64-4DBD-8522-32540E671114}" destId="{737A5D4D-EB1A-4457-86E7-26F3DBAAA39A}" srcOrd="0" destOrd="0" presId="urn:microsoft.com/office/officeart/2005/8/layout/pyramid2"/>
    <dgm:cxn modelId="{5CB1E6F5-91C6-45BD-A2B8-037D4CA1F257}" srcId="{C190924C-DB64-4DBD-8522-32540E671114}" destId="{195D82DC-EEDD-4644-9872-8AD973A8F07B}" srcOrd="1" destOrd="0" parTransId="{686F14AD-4C23-48EC-A534-A03CD5B7AC37}" sibTransId="{F754C07D-7066-434B-BDA4-F46D15D7F3FB}"/>
    <dgm:cxn modelId="{1CCB378D-91F0-487D-9AE1-B24025C20590}" srcId="{C190924C-DB64-4DBD-8522-32540E671114}" destId="{0A81BD63-31B7-4DE7-98CB-D805D25194F3}" srcOrd="3" destOrd="0" parTransId="{FC0CDE17-04DC-437D-9AF4-E7FE3DE3529B}" sibTransId="{F674B51C-6747-4274-9C35-7B3A67719301}"/>
    <dgm:cxn modelId="{7799CC50-6D4C-438B-AE2B-FE865185406E}" srcId="{C190924C-DB64-4DBD-8522-32540E671114}" destId="{EB474E90-8914-4C9B-9E7B-374BAD099DDD}" srcOrd="4" destOrd="0" parTransId="{8A7ED17D-A3F0-46D1-BD78-6398E6911227}" sibTransId="{F8656FFE-17D1-4C5C-9E10-662D2008CCDF}"/>
    <dgm:cxn modelId="{6312DB3F-F1EE-42CF-8798-0B9ADCA1CD6C}" type="presOf" srcId="{0A81BD63-31B7-4DE7-98CB-D805D25194F3}" destId="{CE6BE3D2-B036-47A3-997B-1AF9F1F7ADC1}" srcOrd="0" destOrd="0" presId="urn:microsoft.com/office/officeart/2005/8/layout/pyramid2"/>
    <dgm:cxn modelId="{CC4AB9E5-4E79-4229-8E62-1030A16B287B}" type="presOf" srcId="{195D82DC-EEDD-4644-9872-8AD973A8F07B}" destId="{DEAF76BA-CA7B-437F-8DF9-A952BB8343E0}" srcOrd="0" destOrd="0" presId="urn:microsoft.com/office/officeart/2005/8/layout/pyramid2"/>
    <dgm:cxn modelId="{86B6750C-8312-41D1-8F77-42D7ADB230F2}" srcId="{C190924C-DB64-4DBD-8522-32540E671114}" destId="{2B290A51-50B0-4570-B02C-73225964F2C4}" srcOrd="2" destOrd="0" parTransId="{D1C2346C-AC06-49A3-9741-6F4CBB575682}" sibTransId="{FBA4E23D-2138-445C-B3A1-DE3972AE1BCE}"/>
    <dgm:cxn modelId="{8C1611F6-FB71-473F-9D23-6A12A4990866}" type="presOf" srcId="{B1706F09-0391-4630-AAFF-EAF87A2C558C}" destId="{E20A8671-B18D-4C2A-873C-21F803B90264}" srcOrd="0" destOrd="0" presId="urn:microsoft.com/office/officeart/2005/8/layout/pyramid2"/>
    <dgm:cxn modelId="{9D904866-5495-43AA-8B1C-963FC59E38A8}" type="presParOf" srcId="{737A5D4D-EB1A-4457-86E7-26F3DBAAA39A}" destId="{353A3013-079A-45F4-B327-8B51FAB4DE40}" srcOrd="0" destOrd="0" presId="urn:microsoft.com/office/officeart/2005/8/layout/pyramid2"/>
    <dgm:cxn modelId="{DA222F1B-298B-4FBE-8CE5-8A1E03C3D932}" type="presParOf" srcId="{737A5D4D-EB1A-4457-86E7-26F3DBAAA39A}" destId="{5343BC9B-2FF8-4BAF-9259-FBBD5F403449}" srcOrd="1" destOrd="0" presId="urn:microsoft.com/office/officeart/2005/8/layout/pyramid2"/>
    <dgm:cxn modelId="{19228EDD-4850-404D-A398-076E960E105E}" type="presParOf" srcId="{5343BC9B-2FF8-4BAF-9259-FBBD5F403449}" destId="{E20A8671-B18D-4C2A-873C-21F803B90264}" srcOrd="0" destOrd="0" presId="urn:microsoft.com/office/officeart/2005/8/layout/pyramid2"/>
    <dgm:cxn modelId="{DC1A2F3E-F154-4369-BB59-F83E79FED9C6}" type="presParOf" srcId="{5343BC9B-2FF8-4BAF-9259-FBBD5F403449}" destId="{46A357D5-5428-4406-919C-F96D0C01A269}" srcOrd="1" destOrd="0" presId="urn:microsoft.com/office/officeart/2005/8/layout/pyramid2"/>
    <dgm:cxn modelId="{5BD7B184-078D-45D5-9B5D-C2CD31E13581}" type="presParOf" srcId="{5343BC9B-2FF8-4BAF-9259-FBBD5F403449}" destId="{DEAF76BA-CA7B-437F-8DF9-A952BB8343E0}" srcOrd="2" destOrd="0" presId="urn:microsoft.com/office/officeart/2005/8/layout/pyramid2"/>
    <dgm:cxn modelId="{4371A0BF-85E2-4E74-ADD6-78375A9A1B32}" type="presParOf" srcId="{5343BC9B-2FF8-4BAF-9259-FBBD5F403449}" destId="{D090EB5A-587B-4DA2-8637-76C3737E3919}" srcOrd="3" destOrd="0" presId="urn:microsoft.com/office/officeart/2005/8/layout/pyramid2"/>
    <dgm:cxn modelId="{E5833A6B-C7AC-46F6-A1FC-B8FEFA4BF74E}" type="presParOf" srcId="{5343BC9B-2FF8-4BAF-9259-FBBD5F403449}" destId="{67B8B335-A4A3-4D0B-BA5F-3DF4B037C2B8}" srcOrd="4" destOrd="0" presId="urn:microsoft.com/office/officeart/2005/8/layout/pyramid2"/>
    <dgm:cxn modelId="{7740EEA0-41D3-4FCA-A0C8-7862E8CC66B1}" type="presParOf" srcId="{5343BC9B-2FF8-4BAF-9259-FBBD5F403449}" destId="{3CB0B3F0-531A-4062-9C1E-73F061A86E56}" srcOrd="5" destOrd="0" presId="urn:microsoft.com/office/officeart/2005/8/layout/pyramid2"/>
    <dgm:cxn modelId="{D055DAC7-4321-4D79-BD7B-B11B863D709E}" type="presParOf" srcId="{5343BC9B-2FF8-4BAF-9259-FBBD5F403449}" destId="{CE6BE3D2-B036-47A3-997B-1AF9F1F7ADC1}" srcOrd="6" destOrd="0" presId="urn:microsoft.com/office/officeart/2005/8/layout/pyramid2"/>
    <dgm:cxn modelId="{E496B447-F3FC-4783-98F6-B008FC496EF4}" type="presParOf" srcId="{5343BC9B-2FF8-4BAF-9259-FBBD5F403449}" destId="{B497F165-2814-4F1F-B8D1-C34AFC78AFF2}" srcOrd="7" destOrd="0" presId="urn:microsoft.com/office/officeart/2005/8/layout/pyramid2"/>
    <dgm:cxn modelId="{87ED579A-6FF2-4817-8E71-11D424B00746}" type="presParOf" srcId="{5343BC9B-2FF8-4BAF-9259-FBBD5F403449}" destId="{72949369-A241-491A-B446-7D9B988509E4}" srcOrd="8" destOrd="0" presId="urn:microsoft.com/office/officeart/2005/8/layout/pyramid2"/>
    <dgm:cxn modelId="{0173E8B5-E9AC-4214-903C-953669C22709}" type="presParOf" srcId="{5343BC9B-2FF8-4BAF-9259-FBBD5F403449}" destId="{E23AC59C-80B0-4813-A31E-2C6C381DA33D}" srcOrd="9" destOrd="0" presId="urn:microsoft.com/office/officeart/2005/8/layout/pyramid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8F766A9-069E-47AC-B2AA-2206A870336A}" type="doc">
      <dgm:prSet loTypeId="urn:microsoft.com/office/officeart/2008/layout/VerticalCurvedList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A1B82417-DEDC-4F41-A56A-0994DAFC531F}">
      <dgm:prSet phldrT="[Текст]" custT="1"/>
      <dgm:spPr/>
      <dgm:t>
        <a:bodyPr/>
        <a:lstStyle/>
        <a:p>
          <a:r>
            <a:rPr lang="uk-UA" sz="4400" dirty="0" smtClean="0">
              <a:latin typeface="Times New Roman" pitchFamily="18" charset="0"/>
              <a:cs typeface="Times New Roman" pitchFamily="18" charset="0"/>
            </a:rPr>
            <a:t>Творча інтелектуальна діяльність</a:t>
          </a:r>
          <a:endParaRPr lang="ru-RU" sz="4400" dirty="0">
            <a:latin typeface="Times New Roman" pitchFamily="18" charset="0"/>
            <a:cs typeface="Times New Roman" pitchFamily="18" charset="0"/>
          </a:endParaRPr>
        </a:p>
      </dgm:t>
    </dgm:pt>
    <dgm:pt modelId="{C44D0B77-FB52-4672-8E19-2AA825050CAF}" type="parTrans" cxnId="{2C7B6481-C04B-47D2-843A-91F52015B2FE}">
      <dgm:prSet/>
      <dgm:spPr/>
      <dgm:t>
        <a:bodyPr/>
        <a:lstStyle/>
        <a:p>
          <a:endParaRPr lang="ru-RU"/>
        </a:p>
      </dgm:t>
    </dgm:pt>
    <dgm:pt modelId="{05B7F345-B4C0-4992-97DE-48F5021C4BD5}" type="sibTrans" cxnId="{2C7B6481-C04B-47D2-843A-91F52015B2FE}">
      <dgm:prSet/>
      <dgm:spPr/>
      <dgm:t>
        <a:bodyPr/>
        <a:lstStyle/>
        <a:p>
          <a:endParaRPr lang="ru-RU"/>
        </a:p>
      </dgm:t>
    </dgm:pt>
    <dgm:pt modelId="{1B243452-64E2-4423-901A-199950720252}">
      <dgm:prSet phldrT="[Текст]" custT="1"/>
      <dgm:spPr/>
      <dgm:t>
        <a:bodyPr/>
        <a:lstStyle/>
        <a:p>
          <a:r>
            <a:rPr lang="uk-UA" sz="4400" dirty="0" smtClean="0">
              <a:latin typeface="Times New Roman" pitchFamily="18" charset="0"/>
              <a:cs typeface="Times New Roman" pitchFamily="18" charset="0"/>
            </a:rPr>
            <a:t>Самостійність</a:t>
          </a:r>
          <a:endParaRPr lang="ru-RU" sz="4400" dirty="0">
            <a:latin typeface="Times New Roman" pitchFamily="18" charset="0"/>
            <a:cs typeface="Times New Roman" pitchFamily="18" charset="0"/>
          </a:endParaRPr>
        </a:p>
      </dgm:t>
    </dgm:pt>
    <dgm:pt modelId="{25218670-215A-4051-A8DD-150E42B0CAFA}" type="parTrans" cxnId="{082EE6D1-3157-4A6B-A311-D09624998401}">
      <dgm:prSet/>
      <dgm:spPr/>
      <dgm:t>
        <a:bodyPr/>
        <a:lstStyle/>
        <a:p>
          <a:endParaRPr lang="ru-RU"/>
        </a:p>
      </dgm:t>
    </dgm:pt>
    <dgm:pt modelId="{AE7FF528-3126-4447-8CF1-E81965803E04}" type="sibTrans" cxnId="{082EE6D1-3157-4A6B-A311-D09624998401}">
      <dgm:prSet/>
      <dgm:spPr/>
      <dgm:t>
        <a:bodyPr/>
        <a:lstStyle/>
        <a:p>
          <a:endParaRPr lang="ru-RU"/>
        </a:p>
      </dgm:t>
    </dgm:pt>
    <dgm:pt modelId="{664BCE80-A350-4694-8489-496BE8629C1A}">
      <dgm:prSet phldrT="[Текст]" custT="1"/>
      <dgm:spPr/>
      <dgm:t>
        <a:bodyPr/>
        <a:lstStyle/>
        <a:p>
          <a:r>
            <a:rPr lang="uk-UA" sz="4400" dirty="0" smtClean="0">
              <a:latin typeface="Times New Roman" pitchFamily="18" charset="0"/>
              <a:cs typeface="Times New Roman" pitchFamily="18" charset="0"/>
            </a:rPr>
            <a:t>Самодіяльність</a:t>
          </a:r>
          <a:endParaRPr lang="ru-RU" sz="4400" dirty="0">
            <a:latin typeface="Times New Roman" pitchFamily="18" charset="0"/>
            <a:cs typeface="Times New Roman" pitchFamily="18" charset="0"/>
          </a:endParaRPr>
        </a:p>
      </dgm:t>
    </dgm:pt>
    <dgm:pt modelId="{D5C66942-418A-4BFF-93D5-60EE68F4D3FE}" type="sibTrans" cxnId="{B69C2C2F-A975-4518-9135-888E1A04BA2D}">
      <dgm:prSet/>
      <dgm:spPr/>
      <dgm:t>
        <a:bodyPr/>
        <a:lstStyle/>
        <a:p>
          <a:endParaRPr lang="ru-RU"/>
        </a:p>
      </dgm:t>
    </dgm:pt>
    <dgm:pt modelId="{9AF9B5BD-B8C2-4D3A-BEDD-59CDD2E87203}" type="parTrans" cxnId="{B69C2C2F-A975-4518-9135-888E1A04BA2D}">
      <dgm:prSet/>
      <dgm:spPr/>
      <dgm:t>
        <a:bodyPr/>
        <a:lstStyle/>
        <a:p>
          <a:endParaRPr lang="ru-RU"/>
        </a:p>
      </dgm:t>
    </dgm:pt>
    <dgm:pt modelId="{18B709DD-61E1-4C10-B0C9-62BD4EC444F7}" type="pres">
      <dgm:prSet presAssocID="{F8F766A9-069E-47AC-B2AA-2206A870336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55D47C40-7E25-4EB4-B795-10EBD827474A}" type="pres">
      <dgm:prSet presAssocID="{F8F766A9-069E-47AC-B2AA-2206A870336A}" presName="Name1" presStyleCnt="0"/>
      <dgm:spPr/>
    </dgm:pt>
    <dgm:pt modelId="{5580CE11-2134-4BA1-BF67-294C06521A3D}" type="pres">
      <dgm:prSet presAssocID="{F8F766A9-069E-47AC-B2AA-2206A870336A}" presName="cycle" presStyleCnt="0"/>
      <dgm:spPr/>
    </dgm:pt>
    <dgm:pt modelId="{C000C38B-1A09-4FC4-83ED-F0A14DEF3D2E}" type="pres">
      <dgm:prSet presAssocID="{F8F766A9-069E-47AC-B2AA-2206A870336A}" presName="srcNode" presStyleLbl="node1" presStyleIdx="0" presStyleCnt="3"/>
      <dgm:spPr/>
    </dgm:pt>
    <dgm:pt modelId="{9E6269D0-F3E6-4F44-9C1E-6DCC6B3F1F77}" type="pres">
      <dgm:prSet presAssocID="{F8F766A9-069E-47AC-B2AA-2206A870336A}" presName="conn" presStyleLbl="parChTrans1D2" presStyleIdx="0" presStyleCnt="1"/>
      <dgm:spPr/>
      <dgm:t>
        <a:bodyPr/>
        <a:lstStyle/>
        <a:p>
          <a:endParaRPr lang="ru-RU"/>
        </a:p>
      </dgm:t>
    </dgm:pt>
    <dgm:pt modelId="{845C6107-6FC5-4990-BD22-D49251E1CD7B}" type="pres">
      <dgm:prSet presAssocID="{F8F766A9-069E-47AC-B2AA-2206A870336A}" presName="extraNode" presStyleLbl="node1" presStyleIdx="0" presStyleCnt="3"/>
      <dgm:spPr/>
    </dgm:pt>
    <dgm:pt modelId="{684E92A4-6640-4F72-82DA-5AA9FA8C56D4}" type="pres">
      <dgm:prSet presAssocID="{F8F766A9-069E-47AC-B2AA-2206A870336A}" presName="dstNode" presStyleLbl="node1" presStyleIdx="0" presStyleCnt="3"/>
      <dgm:spPr/>
    </dgm:pt>
    <dgm:pt modelId="{1DD4B736-E911-4F0C-B253-1D8A3199E8F7}" type="pres">
      <dgm:prSet presAssocID="{A1B82417-DEDC-4F41-A56A-0994DAFC531F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11A347-96F3-4A53-ADEC-2C9240F52B99}" type="pres">
      <dgm:prSet presAssocID="{A1B82417-DEDC-4F41-A56A-0994DAFC531F}" presName="accent_1" presStyleCnt="0"/>
      <dgm:spPr/>
    </dgm:pt>
    <dgm:pt modelId="{5F57427D-D33D-4871-8B05-9C495151D23D}" type="pres">
      <dgm:prSet presAssocID="{A1B82417-DEDC-4F41-A56A-0994DAFC531F}" presName="accentRepeatNode" presStyleLbl="solidFgAcc1" presStyleIdx="0" presStyleCnt="3"/>
      <dgm:spPr/>
    </dgm:pt>
    <dgm:pt modelId="{5629867F-9B15-472E-B570-868968892499}" type="pres">
      <dgm:prSet presAssocID="{664BCE80-A350-4694-8489-496BE8629C1A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915A68-FF48-438A-8BD2-3F66AF43C78A}" type="pres">
      <dgm:prSet presAssocID="{664BCE80-A350-4694-8489-496BE8629C1A}" presName="accent_2" presStyleCnt="0"/>
      <dgm:spPr/>
    </dgm:pt>
    <dgm:pt modelId="{D1DDCADD-5DE8-4FD5-85B0-CA710488DB41}" type="pres">
      <dgm:prSet presAssocID="{664BCE80-A350-4694-8489-496BE8629C1A}" presName="accentRepeatNode" presStyleLbl="solidFgAcc1" presStyleIdx="1" presStyleCnt="3"/>
      <dgm:spPr/>
    </dgm:pt>
    <dgm:pt modelId="{EEA6E826-26BE-4344-AF19-3A26423ED838}" type="pres">
      <dgm:prSet presAssocID="{1B243452-64E2-4423-901A-199950720252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F57B22-9332-4252-B62C-E18825189CF8}" type="pres">
      <dgm:prSet presAssocID="{1B243452-64E2-4423-901A-199950720252}" presName="accent_3" presStyleCnt="0"/>
      <dgm:spPr/>
    </dgm:pt>
    <dgm:pt modelId="{21E1B6E4-F073-4364-A1E2-4C8B418977F3}" type="pres">
      <dgm:prSet presAssocID="{1B243452-64E2-4423-901A-199950720252}" presName="accentRepeatNode" presStyleLbl="solidFgAcc1" presStyleIdx="2" presStyleCnt="3"/>
      <dgm:spPr/>
    </dgm:pt>
  </dgm:ptLst>
  <dgm:cxnLst>
    <dgm:cxn modelId="{DA9A1AA6-12E5-4990-808D-842FCCB95657}" type="presOf" srcId="{1B243452-64E2-4423-901A-199950720252}" destId="{EEA6E826-26BE-4344-AF19-3A26423ED838}" srcOrd="0" destOrd="0" presId="urn:microsoft.com/office/officeart/2008/layout/VerticalCurvedList"/>
    <dgm:cxn modelId="{244CC057-E55E-4596-921A-993A53BEE569}" type="presOf" srcId="{F8F766A9-069E-47AC-B2AA-2206A870336A}" destId="{18B709DD-61E1-4C10-B0C9-62BD4EC444F7}" srcOrd="0" destOrd="0" presId="urn:microsoft.com/office/officeart/2008/layout/VerticalCurvedList"/>
    <dgm:cxn modelId="{2C7B6481-C04B-47D2-843A-91F52015B2FE}" srcId="{F8F766A9-069E-47AC-B2AA-2206A870336A}" destId="{A1B82417-DEDC-4F41-A56A-0994DAFC531F}" srcOrd="0" destOrd="0" parTransId="{C44D0B77-FB52-4672-8E19-2AA825050CAF}" sibTransId="{05B7F345-B4C0-4992-97DE-48F5021C4BD5}"/>
    <dgm:cxn modelId="{8F1E9694-46AE-40BA-A52B-FE2672BDA729}" type="presOf" srcId="{664BCE80-A350-4694-8489-496BE8629C1A}" destId="{5629867F-9B15-472E-B570-868968892499}" srcOrd="0" destOrd="0" presId="urn:microsoft.com/office/officeart/2008/layout/VerticalCurvedList"/>
    <dgm:cxn modelId="{B69C2C2F-A975-4518-9135-888E1A04BA2D}" srcId="{F8F766A9-069E-47AC-B2AA-2206A870336A}" destId="{664BCE80-A350-4694-8489-496BE8629C1A}" srcOrd="1" destOrd="0" parTransId="{9AF9B5BD-B8C2-4D3A-BEDD-59CDD2E87203}" sibTransId="{D5C66942-418A-4BFF-93D5-60EE68F4D3FE}"/>
    <dgm:cxn modelId="{90240A77-6C97-4AD5-AF58-A56CB759FBD1}" type="presOf" srcId="{05B7F345-B4C0-4992-97DE-48F5021C4BD5}" destId="{9E6269D0-F3E6-4F44-9C1E-6DCC6B3F1F77}" srcOrd="0" destOrd="0" presId="urn:microsoft.com/office/officeart/2008/layout/VerticalCurvedList"/>
    <dgm:cxn modelId="{61EE4C3B-3903-45ED-A739-02E8B5D07808}" type="presOf" srcId="{A1B82417-DEDC-4F41-A56A-0994DAFC531F}" destId="{1DD4B736-E911-4F0C-B253-1D8A3199E8F7}" srcOrd="0" destOrd="0" presId="urn:microsoft.com/office/officeart/2008/layout/VerticalCurvedList"/>
    <dgm:cxn modelId="{082EE6D1-3157-4A6B-A311-D09624998401}" srcId="{F8F766A9-069E-47AC-B2AA-2206A870336A}" destId="{1B243452-64E2-4423-901A-199950720252}" srcOrd="2" destOrd="0" parTransId="{25218670-215A-4051-A8DD-150E42B0CAFA}" sibTransId="{AE7FF528-3126-4447-8CF1-E81965803E04}"/>
    <dgm:cxn modelId="{8D5FDF8B-3FBB-4A6A-A6EE-68224F32EFEE}" type="presParOf" srcId="{18B709DD-61E1-4C10-B0C9-62BD4EC444F7}" destId="{55D47C40-7E25-4EB4-B795-10EBD827474A}" srcOrd="0" destOrd="0" presId="urn:microsoft.com/office/officeart/2008/layout/VerticalCurvedList"/>
    <dgm:cxn modelId="{9996E7B9-2026-4541-9B5D-67B32616E941}" type="presParOf" srcId="{55D47C40-7E25-4EB4-B795-10EBD827474A}" destId="{5580CE11-2134-4BA1-BF67-294C06521A3D}" srcOrd="0" destOrd="0" presId="urn:microsoft.com/office/officeart/2008/layout/VerticalCurvedList"/>
    <dgm:cxn modelId="{83BE03EC-5C6D-4DCC-9831-7FBF6CFF42B2}" type="presParOf" srcId="{5580CE11-2134-4BA1-BF67-294C06521A3D}" destId="{C000C38B-1A09-4FC4-83ED-F0A14DEF3D2E}" srcOrd="0" destOrd="0" presId="urn:microsoft.com/office/officeart/2008/layout/VerticalCurvedList"/>
    <dgm:cxn modelId="{85A5FF71-1C01-4427-9BEB-AD6F1C54730F}" type="presParOf" srcId="{5580CE11-2134-4BA1-BF67-294C06521A3D}" destId="{9E6269D0-F3E6-4F44-9C1E-6DCC6B3F1F77}" srcOrd="1" destOrd="0" presId="urn:microsoft.com/office/officeart/2008/layout/VerticalCurvedList"/>
    <dgm:cxn modelId="{DF0FD608-E4BA-4A2E-B0E6-9AC04D509A8C}" type="presParOf" srcId="{5580CE11-2134-4BA1-BF67-294C06521A3D}" destId="{845C6107-6FC5-4990-BD22-D49251E1CD7B}" srcOrd="2" destOrd="0" presId="urn:microsoft.com/office/officeart/2008/layout/VerticalCurvedList"/>
    <dgm:cxn modelId="{0AF3E02B-D0EC-4E6D-984C-4EE7BE5D5D1E}" type="presParOf" srcId="{5580CE11-2134-4BA1-BF67-294C06521A3D}" destId="{684E92A4-6640-4F72-82DA-5AA9FA8C56D4}" srcOrd="3" destOrd="0" presId="urn:microsoft.com/office/officeart/2008/layout/VerticalCurvedList"/>
    <dgm:cxn modelId="{8DB4C5BD-48BF-451A-9817-9E40615F881F}" type="presParOf" srcId="{55D47C40-7E25-4EB4-B795-10EBD827474A}" destId="{1DD4B736-E911-4F0C-B253-1D8A3199E8F7}" srcOrd="1" destOrd="0" presId="urn:microsoft.com/office/officeart/2008/layout/VerticalCurvedList"/>
    <dgm:cxn modelId="{91DBDC9A-BCEE-4260-82F5-7743C146694D}" type="presParOf" srcId="{55D47C40-7E25-4EB4-B795-10EBD827474A}" destId="{1B11A347-96F3-4A53-ADEC-2C9240F52B99}" srcOrd="2" destOrd="0" presId="urn:microsoft.com/office/officeart/2008/layout/VerticalCurvedList"/>
    <dgm:cxn modelId="{A280C57B-EACD-4F2C-8F45-EA5FD4698AC0}" type="presParOf" srcId="{1B11A347-96F3-4A53-ADEC-2C9240F52B99}" destId="{5F57427D-D33D-4871-8B05-9C495151D23D}" srcOrd="0" destOrd="0" presId="urn:microsoft.com/office/officeart/2008/layout/VerticalCurvedList"/>
    <dgm:cxn modelId="{436326CF-F886-4704-97AB-685CA1B4BDCD}" type="presParOf" srcId="{55D47C40-7E25-4EB4-B795-10EBD827474A}" destId="{5629867F-9B15-472E-B570-868968892499}" srcOrd="3" destOrd="0" presId="urn:microsoft.com/office/officeart/2008/layout/VerticalCurvedList"/>
    <dgm:cxn modelId="{FD3B1EFD-96F3-4DA5-A866-6E19AA8E91E7}" type="presParOf" srcId="{55D47C40-7E25-4EB4-B795-10EBD827474A}" destId="{FC915A68-FF48-438A-8BD2-3F66AF43C78A}" srcOrd="4" destOrd="0" presId="urn:microsoft.com/office/officeart/2008/layout/VerticalCurvedList"/>
    <dgm:cxn modelId="{BD80EB5B-E6F7-45A1-8B66-743849AF9EC6}" type="presParOf" srcId="{FC915A68-FF48-438A-8BD2-3F66AF43C78A}" destId="{D1DDCADD-5DE8-4FD5-85B0-CA710488DB41}" srcOrd="0" destOrd="0" presId="urn:microsoft.com/office/officeart/2008/layout/VerticalCurvedList"/>
    <dgm:cxn modelId="{C58FE5B7-E071-4023-A1AF-E772DFFB4A03}" type="presParOf" srcId="{55D47C40-7E25-4EB4-B795-10EBD827474A}" destId="{EEA6E826-26BE-4344-AF19-3A26423ED838}" srcOrd="5" destOrd="0" presId="urn:microsoft.com/office/officeart/2008/layout/VerticalCurvedList"/>
    <dgm:cxn modelId="{68EB4FD0-6708-47D4-8E3F-A1908740C04E}" type="presParOf" srcId="{55D47C40-7E25-4EB4-B795-10EBD827474A}" destId="{FBF57B22-9332-4252-B62C-E18825189CF8}" srcOrd="6" destOrd="0" presId="urn:microsoft.com/office/officeart/2008/layout/VerticalCurvedList"/>
    <dgm:cxn modelId="{5DF29489-0883-41DC-8D34-A6D378493636}" type="presParOf" srcId="{FBF57B22-9332-4252-B62C-E18825189CF8}" destId="{21E1B6E4-F073-4364-A1E2-4C8B418977F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A91FFA-991D-445D-9C26-B43BD6AACCC0}">
      <dsp:nvSpPr>
        <dsp:cNvPr id="0" name=""/>
        <dsp:cNvSpPr/>
      </dsp:nvSpPr>
      <dsp:spPr>
        <a:xfrm>
          <a:off x="1711836" y="779028"/>
          <a:ext cx="5331643" cy="5331643"/>
        </a:xfrm>
        <a:prstGeom prst="blockArc">
          <a:avLst>
            <a:gd name="adj1" fmla="val 11880000"/>
            <a:gd name="adj2" fmla="val 16200000"/>
            <a:gd name="adj3" fmla="val 4641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989D6A5-E4E5-4322-868C-9BECE077B6AB}">
      <dsp:nvSpPr>
        <dsp:cNvPr id="0" name=""/>
        <dsp:cNvSpPr/>
      </dsp:nvSpPr>
      <dsp:spPr>
        <a:xfrm>
          <a:off x="1711836" y="779028"/>
          <a:ext cx="5331643" cy="5331643"/>
        </a:xfrm>
        <a:prstGeom prst="blockArc">
          <a:avLst>
            <a:gd name="adj1" fmla="val 7560000"/>
            <a:gd name="adj2" fmla="val 11880000"/>
            <a:gd name="adj3" fmla="val 4641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B809D75-4F4E-4980-A412-8342F5C72D6C}">
      <dsp:nvSpPr>
        <dsp:cNvPr id="0" name=""/>
        <dsp:cNvSpPr/>
      </dsp:nvSpPr>
      <dsp:spPr>
        <a:xfrm>
          <a:off x="1711836" y="779028"/>
          <a:ext cx="5331643" cy="5331643"/>
        </a:xfrm>
        <a:prstGeom prst="blockArc">
          <a:avLst>
            <a:gd name="adj1" fmla="val 3240000"/>
            <a:gd name="adj2" fmla="val 7560000"/>
            <a:gd name="adj3" fmla="val 464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1EBA036-FF0B-4315-80C9-7D05EA1A3A42}">
      <dsp:nvSpPr>
        <dsp:cNvPr id="0" name=""/>
        <dsp:cNvSpPr/>
      </dsp:nvSpPr>
      <dsp:spPr>
        <a:xfrm>
          <a:off x="1711836" y="779028"/>
          <a:ext cx="5331643" cy="5331643"/>
        </a:xfrm>
        <a:prstGeom prst="blockArc">
          <a:avLst>
            <a:gd name="adj1" fmla="val 20520000"/>
            <a:gd name="adj2" fmla="val 3240000"/>
            <a:gd name="adj3" fmla="val 4641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CDA41D-0AE6-4417-A5FB-0C8F9C99F0A0}">
      <dsp:nvSpPr>
        <dsp:cNvPr id="0" name=""/>
        <dsp:cNvSpPr/>
      </dsp:nvSpPr>
      <dsp:spPr>
        <a:xfrm>
          <a:off x="1711836" y="779028"/>
          <a:ext cx="5331643" cy="5331643"/>
        </a:xfrm>
        <a:prstGeom prst="blockArc">
          <a:avLst>
            <a:gd name="adj1" fmla="val 16200000"/>
            <a:gd name="adj2" fmla="val 20520000"/>
            <a:gd name="adj3" fmla="val 4641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0ACCA33-0746-4950-A5C7-5C1DE8AC4137}">
      <dsp:nvSpPr>
        <dsp:cNvPr id="0" name=""/>
        <dsp:cNvSpPr/>
      </dsp:nvSpPr>
      <dsp:spPr>
        <a:xfrm>
          <a:off x="2943835" y="2125948"/>
          <a:ext cx="2867645" cy="263780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1" kern="1200" smtClean="0">
              <a:latin typeface="Times New Roman" pitchFamily="18" charset="0"/>
              <a:cs typeface="Times New Roman" pitchFamily="18" charset="0"/>
            </a:rPr>
            <a:t>Здібності</a:t>
          </a:r>
          <a:endParaRPr lang="ru-RU" sz="32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3363792" y="2512245"/>
        <a:ext cx="2027731" cy="1865210"/>
      </dsp:txXfrm>
    </dsp:sp>
    <dsp:sp modelId="{9BBA9B79-C602-47FF-A08E-BC22FFEB284B}">
      <dsp:nvSpPr>
        <dsp:cNvPr id="0" name=""/>
        <dsp:cNvSpPr/>
      </dsp:nvSpPr>
      <dsp:spPr>
        <a:xfrm>
          <a:off x="3405548" y="-96991"/>
          <a:ext cx="1944219" cy="18757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smtClean="0">
              <a:latin typeface="Times New Roman" pitchFamily="18" charset="0"/>
              <a:cs typeface="Times New Roman" pitchFamily="18" charset="0"/>
            </a:rPr>
            <a:t>Музичний слух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3690272" y="177708"/>
        <a:ext cx="1374771" cy="1326363"/>
      </dsp:txXfrm>
    </dsp:sp>
    <dsp:sp modelId="{44321EAC-1951-4CBA-9FC8-A65DE1F2A000}">
      <dsp:nvSpPr>
        <dsp:cNvPr id="0" name=""/>
        <dsp:cNvSpPr/>
      </dsp:nvSpPr>
      <dsp:spPr>
        <a:xfrm>
          <a:off x="5808637" y="1668742"/>
          <a:ext cx="2091069" cy="194287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smtClean="0">
              <a:latin typeface="Times New Roman" pitchFamily="18" charset="0"/>
              <a:cs typeface="Times New Roman" pitchFamily="18" charset="0"/>
            </a:rPr>
            <a:t>Почуття ритму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14867" y="1953270"/>
        <a:ext cx="1478609" cy="1373823"/>
      </dsp:txXfrm>
    </dsp:sp>
    <dsp:sp modelId="{2DA3D1BD-537A-4C2B-BB45-C85E67D4E794}">
      <dsp:nvSpPr>
        <dsp:cNvPr id="0" name=""/>
        <dsp:cNvSpPr/>
      </dsp:nvSpPr>
      <dsp:spPr>
        <a:xfrm>
          <a:off x="4903684" y="4525287"/>
          <a:ext cx="2009087" cy="20524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b="1" kern="1200" smtClean="0">
              <a:latin typeface="Times New Roman" pitchFamily="18" charset="0"/>
              <a:cs typeface="Times New Roman" pitchFamily="18" charset="0"/>
            </a:rPr>
            <a:t>Конструк-тивна уява</a:t>
          </a:r>
          <a:endParaRPr lang="ru-RU" sz="18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5197908" y="4825858"/>
        <a:ext cx="1420639" cy="1451282"/>
      </dsp:txXfrm>
    </dsp:sp>
    <dsp:sp modelId="{0F53275E-33DF-4C3C-8505-FFE27BEC36C6}">
      <dsp:nvSpPr>
        <dsp:cNvPr id="0" name=""/>
        <dsp:cNvSpPr/>
      </dsp:nvSpPr>
      <dsp:spPr>
        <a:xfrm>
          <a:off x="1901999" y="4606410"/>
          <a:ext cx="1890178" cy="189017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dirty="0" smtClean="0">
              <a:latin typeface="Times New Roman" pitchFamily="18" charset="0"/>
              <a:cs typeface="Times New Roman" pitchFamily="18" charset="0"/>
            </a:rPr>
            <a:t>Швидкість рухової реакції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2178809" y="4883220"/>
        <a:ext cx="1336558" cy="1336558"/>
      </dsp:txXfrm>
    </dsp:sp>
    <dsp:sp modelId="{E5F227E2-CFA3-4D03-8B23-D42DC5D09631}">
      <dsp:nvSpPr>
        <dsp:cNvPr id="0" name=""/>
        <dsp:cNvSpPr/>
      </dsp:nvSpPr>
      <dsp:spPr>
        <a:xfrm>
          <a:off x="813260" y="1667410"/>
          <a:ext cx="2175766" cy="19455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smtClean="0">
              <a:latin typeface="Times New Roman" pitchFamily="18" charset="0"/>
              <a:cs typeface="Times New Roman" pitchFamily="18" charset="0"/>
            </a:rPr>
            <a:t>Тонкість кольору-відмінності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1131894" y="1952328"/>
        <a:ext cx="1538498" cy="13757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EFAAD-92C6-42B6-94E9-BD3D6D340310}">
      <dsp:nvSpPr>
        <dsp:cNvPr id="0" name=""/>
        <dsp:cNvSpPr/>
      </dsp:nvSpPr>
      <dsp:spPr>
        <a:xfrm>
          <a:off x="3445154" y="2154448"/>
          <a:ext cx="2463382" cy="197235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1" kern="1200" dirty="0" smtClean="0">
              <a:latin typeface="Times New Roman" pitchFamily="18" charset="0"/>
              <a:cs typeface="Times New Roman" pitchFamily="18" charset="0"/>
            </a:rPr>
            <a:t>Показники творчих здібностей</a:t>
          </a:r>
          <a:endParaRPr lang="ru-RU" sz="24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3805908" y="2443293"/>
        <a:ext cx="1741874" cy="1394669"/>
      </dsp:txXfrm>
    </dsp:sp>
    <dsp:sp modelId="{F8D98FB3-106E-4A0E-849C-3A596932748E}">
      <dsp:nvSpPr>
        <dsp:cNvPr id="0" name=""/>
        <dsp:cNvSpPr/>
      </dsp:nvSpPr>
      <dsp:spPr>
        <a:xfrm rot="16536252">
          <a:off x="4697825" y="1691907"/>
          <a:ext cx="183842" cy="5962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500" kern="1200"/>
        </a:p>
      </dsp:txBody>
      <dsp:txXfrm>
        <a:off x="4722708" y="1838609"/>
        <a:ext cx="128689" cy="357769"/>
      </dsp:txXfrm>
    </dsp:sp>
    <dsp:sp modelId="{EF645008-7BA4-4EF8-AEB0-C7482C620554}">
      <dsp:nvSpPr>
        <dsp:cNvPr id="0" name=""/>
        <dsp:cNvSpPr/>
      </dsp:nvSpPr>
      <dsp:spPr>
        <a:xfrm>
          <a:off x="3796495" y="-208280"/>
          <a:ext cx="2219262" cy="202457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smtClean="0">
              <a:latin typeface="Times New Roman" pitchFamily="18" charset="0"/>
              <a:cs typeface="Times New Roman" pitchFamily="18" charset="0"/>
            </a:rPr>
            <a:t>Швидкість</a:t>
          </a:r>
          <a:r>
            <a:rPr lang="uk-UA" sz="2400" b="1" kern="1200" smtClean="0">
              <a:latin typeface="Times New Roman" pitchFamily="18" charset="0"/>
              <a:cs typeface="Times New Roman" pitchFamily="18" charset="0"/>
            </a:rPr>
            <a:t> думки</a:t>
          </a:r>
          <a:endParaRPr lang="ru-RU" sz="24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21498" y="88212"/>
        <a:ext cx="1569256" cy="1431592"/>
      </dsp:txXfrm>
    </dsp:sp>
    <dsp:sp modelId="{D2FE11B1-33E5-4E61-AFF3-BF71E4B46205}">
      <dsp:nvSpPr>
        <dsp:cNvPr id="0" name=""/>
        <dsp:cNvSpPr/>
      </dsp:nvSpPr>
      <dsp:spPr>
        <a:xfrm rot="19930839">
          <a:off x="5818156" y="2143975"/>
          <a:ext cx="364897" cy="5962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shade val="51000"/>
                <a:satMod val="130000"/>
              </a:schemeClr>
            </a:gs>
            <a:gs pos="80000">
              <a:schemeClr val="accent2">
                <a:hueOff val="936304"/>
                <a:satOff val="-1168"/>
                <a:lumOff val="275"/>
                <a:alphaOff val="0"/>
                <a:shade val="93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500" kern="1200"/>
        </a:p>
      </dsp:txBody>
      <dsp:txXfrm>
        <a:off x="5824482" y="2288776"/>
        <a:ext cx="255428" cy="357769"/>
      </dsp:txXfrm>
    </dsp:sp>
    <dsp:sp modelId="{05455A1D-63FC-4901-9689-D906083EB420}">
      <dsp:nvSpPr>
        <dsp:cNvPr id="0" name=""/>
        <dsp:cNvSpPr/>
      </dsp:nvSpPr>
      <dsp:spPr>
        <a:xfrm>
          <a:off x="6109445" y="642274"/>
          <a:ext cx="2582574" cy="2122068"/>
        </a:xfrm>
        <a:prstGeom prst="ellipse">
          <a:avLst/>
        </a:prstGeom>
        <a:gradFill rotWithShape="0">
          <a:gsLst>
            <a:gs pos="0">
              <a:schemeClr val="accent2">
                <a:hueOff val="936304"/>
                <a:satOff val="-1168"/>
                <a:lumOff val="275"/>
                <a:alphaOff val="0"/>
                <a:shade val="51000"/>
                <a:satMod val="130000"/>
              </a:schemeClr>
            </a:gs>
            <a:gs pos="80000">
              <a:schemeClr val="accent2">
                <a:hueOff val="936304"/>
                <a:satOff val="-1168"/>
                <a:lumOff val="275"/>
                <a:alphaOff val="0"/>
                <a:shade val="93000"/>
                <a:satMod val="130000"/>
              </a:schemeClr>
            </a:gs>
            <a:gs pos="100000">
              <a:schemeClr val="accent2">
                <a:hueOff val="936304"/>
                <a:satOff val="-1168"/>
                <a:lumOff val="27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dirty="0" smtClean="0">
              <a:latin typeface="Times New Roman" pitchFamily="18" charset="0"/>
              <a:cs typeface="Times New Roman" pitchFamily="18" charset="0"/>
            </a:rPr>
            <a:t>Гнучкість думки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6487654" y="953044"/>
        <a:ext cx="1826156" cy="1500528"/>
      </dsp:txXfrm>
    </dsp:sp>
    <dsp:sp modelId="{12857781-525B-4C84-8C5B-A2AAA9B6025A}">
      <dsp:nvSpPr>
        <dsp:cNvPr id="0" name=""/>
        <dsp:cNvSpPr/>
      </dsp:nvSpPr>
      <dsp:spPr>
        <a:xfrm rot="1672256">
          <a:off x="5847748" y="3584198"/>
          <a:ext cx="463337" cy="5962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shade val="51000"/>
                <a:satMod val="130000"/>
              </a:schemeClr>
            </a:gs>
            <a:gs pos="80000">
              <a:schemeClr val="accent2">
                <a:hueOff val="1872608"/>
                <a:satOff val="-2336"/>
                <a:lumOff val="549"/>
                <a:alphaOff val="0"/>
                <a:shade val="93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500" kern="1200"/>
        </a:p>
      </dsp:txBody>
      <dsp:txXfrm>
        <a:off x="5855810" y="3670965"/>
        <a:ext cx="324336" cy="357769"/>
      </dsp:txXfrm>
    </dsp:sp>
    <dsp:sp modelId="{B19B8F22-0C9D-4F88-9AA5-2DDAB2D94017}">
      <dsp:nvSpPr>
        <dsp:cNvPr id="0" name=""/>
        <dsp:cNvSpPr/>
      </dsp:nvSpPr>
      <dsp:spPr>
        <a:xfrm>
          <a:off x="6253473" y="3594602"/>
          <a:ext cx="2735363" cy="2206091"/>
        </a:xfrm>
        <a:prstGeom prst="ellipse">
          <a:avLst/>
        </a:prstGeom>
        <a:gradFill rotWithShape="0">
          <a:gsLst>
            <a:gs pos="0">
              <a:schemeClr val="accent2">
                <a:hueOff val="1872608"/>
                <a:satOff val="-2336"/>
                <a:lumOff val="549"/>
                <a:alphaOff val="0"/>
                <a:shade val="51000"/>
                <a:satMod val="130000"/>
              </a:schemeClr>
            </a:gs>
            <a:gs pos="80000">
              <a:schemeClr val="accent2">
                <a:hueOff val="1872608"/>
                <a:satOff val="-2336"/>
                <a:lumOff val="549"/>
                <a:alphaOff val="0"/>
                <a:shade val="93000"/>
                <a:satMod val="130000"/>
              </a:schemeClr>
            </a:gs>
            <a:gs pos="100000">
              <a:schemeClr val="accent2">
                <a:hueOff val="1872608"/>
                <a:satOff val="-2336"/>
                <a:lumOff val="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smtClean="0">
              <a:latin typeface="Times New Roman" pitchFamily="18" charset="0"/>
              <a:cs typeface="Times New Roman" pitchFamily="18" charset="0"/>
            </a:rPr>
            <a:t>Оригінальність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6654058" y="3917677"/>
        <a:ext cx="1934193" cy="1559941"/>
      </dsp:txXfrm>
    </dsp:sp>
    <dsp:sp modelId="{80CE1933-F2F4-44D9-9D3F-F26DC5159D6D}">
      <dsp:nvSpPr>
        <dsp:cNvPr id="0" name=""/>
        <dsp:cNvSpPr/>
      </dsp:nvSpPr>
      <dsp:spPr>
        <a:xfrm rot="5293207">
          <a:off x="4606268" y="4024669"/>
          <a:ext cx="214626" cy="5962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shade val="51000"/>
                <a:satMod val="130000"/>
              </a:schemeClr>
            </a:gs>
            <a:gs pos="80000">
              <a:schemeClr val="accent2">
                <a:hueOff val="2808911"/>
                <a:satOff val="-3503"/>
                <a:lumOff val="824"/>
                <a:alphaOff val="0"/>
                <a:shade val="93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500" kern="1200"/>
        </a:p>
      </dsp:txBody>
      <dsp:txXfrm>
        <a:off x="4637462" y="4111748"/>
        <a:ext cx="150238" cy="357769"/>
      </dsp:txXfrm>
    </dsp:sp>
    <dsp:sp modelId="{F66A3BC2-98FF-4389-95F5-377B3D7DAD8A}">
      <dsp:nvSpPr>
        <dsp:cNvPr id="0" name=""/>
        <dsp:cNvSpPr/>
      </dsp:nvSpPr>
      <dsp:spPr>
        <a:xfrm>
          <a:off x="3589173" y="4530700"/>
          <a:ext cx="2334275" cy="2334275"/>
        </a:xfrm>
        <a:prstGeom prst="ellipse">
          <a:avLst/>
        </a:prstGeom>
        <a:gradFill rotWithShape="0">
          <a:gsLst>
            <a:gs pos="0">
              <a:schemeClr val="accent2">
                <a:hueOff val="2808911"/>
                <a:satOff val="-3503"/>
                <a:lumOff val="824"/>
                <a:alphaOff val="0"/>
                <a:shade val="51000"/>
                <a:satMod val="130000"/>
              </a:schemeClr>
            </a:gs>
            <a:gs pos="80000">
              <a:schemeClr val="accent2">
                <a:hueOff val="2808911"/>
                <a:satOff val="-3503"/>
                <a:lumOff val="824"/>
                <a:alphaOff val="0"/>
                <a:shade val="93000"/>
                <a:satMod val="130000"/>
              </a:schemeClr>
            </a:gs>
            <a:gs pos="100000">
              <a:schemeClr val="accent2">
                <a:hueOff val="2808911"/>
                <a:satOff val="-3503"/>
                <a:lumOff val="82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i="0" kern="1200" dirty="0" smtClean="0">
              <a:latin typeface="Times New Roman" pitchFamily="18" charset="0"/>
              <a:cs typeface="Times New Roman" pitchFamily="18" charset="0"/>
            </a:rPr>
            <a:t>Допитливість</a:t>
          </a:r>
          <a:endParaRPr lang="ru-RU" sz="2000" b="1" i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931020" y="4872547"/>
        <a:ext cx="1650581" cy="1650581"/>
      </dsp:txXfrm>
    </dsp:sp>
    <dsp:sp modelId="{FA27761D-F68B-4D26-AC50-BCF219B7DCBF}">
      <dsp:nvSpPr>
        <dsp:cNvPr id="0" name=""/>
        <dsp:cNvSpPr/>
      </dsp:nvSpPr>
      <dsp:spPr>
        <a:xfrm rot="9447194">
          <a:off x="3059435" y="3433126"/>
          <a:ext cx="389529" cy="5962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shade val="51000"/>
                <a:satMod val="130000"/>
              </a:schemeClr>
            </a:gs>
            <a:gs pos="80000">
              <a:schemeClr val="accent2">
                <a:hueOff val="3745215"/>
                <a:satOff val="-4671"/>
                <a:lumOff val="1098"/>
                <a:alphaOff val="0"/>
                <a:shade val="93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500" kern="1200"/>
        </a:p>
      </dsp:txBody>
      <dsp:txXfrm rot="10800000">
        <a:off x="3171828" y="3529979"/>
        <a:ext cx="272670" cy="357769"/>
      </dsp:txXfrm>
    </dsp:sp>
    <dsp:sp modelId="{CE171AA9-D9EE-4D1B-ADB6-2B20176240FD}">
      <dsp:nvSpPr>
        <dsp:cNvPr id="0" name=""/>
        <dsp:cNvSpPr/>
      </dsp:nvSpPr>
      <dsp:spPr>
        <a:xfrm>
          <a:off x="379212" y="3207192"/>
          <a:ext cx="2652147" cy="2334275"/>
        </a:xfrm>
        <a:prstGeom prst="ellipse">
          <a:avLst/>
        </a:prstGeom>
        <a:gradFill rotWithShape="0">
          <a:gsLst>
            <a:gs pos="0">
              <a:schemeClr val="accent2">
                <a:hueOff val="3745215"/>
                <a:satOff val="-4671"/>
                <a:lumOff val="1098"/>
                <a:alphaOff val="0"/>
                <a:shade val="51000"/>
                <a:satMod val="130000"/>
              </a:schemeClr>
            </a:gs>
            <a:gs pos="80000">
              <a:schemeClr val="accent2">
                <a:hueOff val="3745215"/>
                <a:satOff val="-4671"/>
                <a:lumOff val="1098"/>
                <a:alphaOff val="0"/>
                <a:shade val="93000"/>
                <a:satMod val="130000"/>
              </a:schemeClr>
            </a:gs>
            <a:gs pos="100000">
              <a:schemeClr val="accent2">
                <a:hueOff val="3745215"/>
                <a:satOff val="-4671"/>
                <a:lumOff val="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dirty="0" smtClean="0">
              <a:latin typeface="Times New Roman" pitchFamily="18" charset="0"/>
              <a:cs typeface="Times New Roman" pitchFamily="18" charset="0"/>
            </a:rPr>
            <a:t>Точність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767610" y="3549039"/>
        <a:ext cx="1875351" cy="1650581"/>
      </dsp:txXfrm>
    </dsp:sp>
    <dsp:sp modelId="{6A9B4363-CF31-43EA-8B28-B04A64F832D3}">
      <dsp:nvSpPr>
        <dsp:cNvPr id="0" name=""/>
        <dsp:cNvSpPr/>
      </dsp:nvSpPr>
      <dsp:spPr>
        <a:xfrm rot="12388471">
          <a:off x="3136894" y="2168817"/>
          <a:ext cx="374546" cy="5962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2500" kern="1200"/>
        </a:p>
      </dsp:txBody>
      <dsp:txXfrm rot="10800000">
        <a:off x="3243366" y="2313120"/>
        <a:ext cx="262182" cy="357769"/>
      </dsp:txXfrm>
    </dsp:sp>
    <dsp:sp modelId="{C05AA5D5-5507-41AD-8362-D97EEA343694}">
      <dsp:nvSpPr>
        <dsp:cNvPr id="0" name=""/>
        <dsp:cNvSpPr/>
      </dsp:nvSpPr>
      <dsp:spPr>
        <a:xfrm>
          <a:off x="708853" y="714286"/>
          <a:ext cx="2453111" cy="2122068"/>
        </a:xfrm>
        <a:prstGeom prst="ellipse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1" kern="1200" smtClean="0">
              <a:latin typeface="Times New Roman" pitchFamily="18" charset="0"/>
              <a:cs typeface="Times New Roman" pitchFamily="18" charset="0"/>
            </a:rPr>
            <a:t>Сміливість</a:t>
          </a:r>
          <a:endParaRPr lang="ru-RU" sz="2000" b="1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68103" y="1025056"/>
        <a:ext cx="1734611" cy="1500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269D0-F3E6-4F44-9C1E-6DCC6B3F1F77}">
      <dsp:nvSpPr>
        <dsp:cNvPr id="0" name=""/>
        <dsp:cNvSpPr/>
      </dsp:nvSpPr>
      <dsp:spPr>
        <a:xfrm>
          <a:off x="-6186097" y="-946688"/>
          <a:ext cx="7365985" cy="7365985"/>
        </a:xfrm>
        <a:prstGeom prst="blockArc">
          <a:avLst>
            <a:gd name="adj1" fmla="val 18900000"/>
            <a:gd name="adj2" fmla="val 2700000"/>
            <a:gd name="adj3" fmla="val 293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4B736-E911-4F0C-B253-1D8A3199E8F7}">
      <dsp:nvSpPr>
        <dsp:cNvPr id="0" name=""/>
        <dsp:cNvSpPr/>
      </dsp:nvSpPr>
      <dsp:spPr>
        <a:xfrm>
          <a:off x="759597" y="547260"/>
          <a:ext cx="7949856" cy="10945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8777" tIns="111760" rIns="111760" bIns="11176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400" kern="1200" dirty="0" smtClean="0">
              <a:latin typeface="Times New Roman" pitchFamily="18" charset="0"/>
              <a:cs typeface="Times New Roman" pitchFamily="18" charset="0"/>
            </a:rPr>
            <a:t>Творча інтелектуальна діяльність</a:t>
          </a:r>
          <a:endParaRPr lang="ru-RU" sz="4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59597" y="547260"/>
        <a:ext cx="7949856" cy="1094521"/>
      </dsp:txXfrm>
    </dsp:sp>
    <dsp:sp modelId="{5F57427D-D33D-4871-8B05-9C495151D23D}">
      <dsp:nvSpPr>
        <dsp:cNvPr id="0" name=""/>
        <dsp:cNvSpPr/>
      </dsp:nvSpPr>
      <dsp:spPr>
        <a:xfrm>
          <a:off x="75521" y="410445"/>
          <a:ext cx="1368152" cy="13681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629867F-9B15-472E-B570-868968892499}">
      <dsp:nvSpPr>
        <dsp:cNvPr id="0" name=""/>
        <dsp:cNvSpPr/>
      </dsp:nvSpPr>
      <dsp:spPr>
        <a:xfrm>
          <a:off x="1157456" y="2189043"/>
          <a:ext cx="7551997" cy="109452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8777" tIns="111760" rIns="111760" bIns="11176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400" kern="1200" dirty="0" smtClean="0">
              <a:latin typeface="Times New Roman" pitchFamily="18" charset="0"/>
              <a:cs typeface="Times New Roman" pitchFamily="18" charset="0"/>
            </a:rPr>
            <a:t>Самодіяльність</a:t>
          </a:r>
          <a:endParaRPr lang="ru-RU" sz="4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157456" y="2189043"/>
        <a:ext cx="7551997" cy="1094521"/>
      </dsp:txXfrm>
    </dsp:sp>
    <dsp:sp modelId="{D1DDCADD-5DE8-4FD5-85B0-CA710488DB41}">
      <dsp:nvSpPr>
        <dsp:cNvPr id="0" name=""/>
        <dsp:cNvSpPr/>
      </dsp:nvSpPr>
      <dsp:spPr>
        <a:xfrm>
          <a:off x="473380" y="2052228"/>
          <a:ext cx="1368152" cy="13681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A6E826-26BE-4344-AF19-3A26423ED838}">
      <dsp:nvSpPr>
        <dsp:cNvPr id="0" name=""/>
        <dsp:cNvSpPr/>
      </dsp:nvSpPr>
      <dsp:spPr>
        <a:xfrm>
          <a:off x="759597" y="3830825"/>
          <a:ext cx="7949856" cy="109452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68777" tIns="111760" rIns="111760" bIns="111760" numCol="1" spcCol="1270" anchor="ctr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400" kern="1200" dirty="0" smtClean="0">
              <a:latin typeface="Times New Roman" pitchFamily="18" charset="0"/>
              <a:cs typeface="Times New Roman" pitchFamily="18" charset="0"/>
            </a:rPr>
            <a:t>Самостійність</a:t>
          </a:r>
          <a:endParaRPr lang="ru-RU" sz="4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759597" y="3830825"/>
        <a:ext cx="7949856" cy="1094521"/>
      </dsp:txXfrm>
    </dsp:sp>
    <dsp:sp modelId="{21E1B6E4-F073-4364-A1E2-4C8B418977F3}">
      <dsp:nvSpPr>
        <dsp:cNvPr id="0" name=""/>
        <dsp:cNvSpPr/>
      </dsp:nvSpPr>
      <dsp:spPr>
        <a:xfrm>
          <a:off x="75521" y="3694010"/>
          <a:ext cx="1368152" cy="136815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CDAE5-B63B-4C6D-9CC3-216B7E97BA18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C52ED-31C4-4FBF-8141-8D278AED82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314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06058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397661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024801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263442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57183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403661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905217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237314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489810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723421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521624"/>
      </p:ext>
    </p:extLst>
  </p:cSld>
  <p:clrMapOvr>
    <a:masterClrMapping/>
  </p:clrMapOvr>
  <p:transition spd="slow">
    <p:wheel spokes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235296"/>
      </p:ext>
    </p:extLst>
  </p:cSld>
  <p:clrMapOvr>
    <a:masterClrMapping/>
  </p:clrMapOvr>
  <p:transition spd="slow">
    <p:wheel spokes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029602"/>
      </p:ext>
    </p:extLst>
  </p:cSld>
  <p:clrMapOvr>
    <a:masterClrMapping/>
  </p:clrMapOvr>
  <p:transition spd="slow">
    <p:wheel spokes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1824"/>
      </p:ext>
    </p:extLst>
  </p:cSld>
  <p:clrMapOvr>
    <a:masterClrMapping/>
  </p:clrMapOvr>
  <p:transition spd="slow">
    <p:wheel spokes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180660"/>
      </p:ext>
    </p:extLst>
  </p:cSld>
  <p:clrMapOvr>
    <a:masterClrMapping/>
  </p:clrMapOvr>
  <p:transition spd="slow">
    <p:wheel spokes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408248"/>
      </p:ext>
    </p:extLst>
  </p:cSld>
  <p:clrMapOvr>
    <a:masterClrMapping/>
  </p:clrMapOvr>
  <p:transition spd="slow">
    <p:wheel spokes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069888"/>
      </p:ext>
    </p:extLst>
  </p:cSld>
  <p:clrMapOvr>
    <a:masterClrMapping/>
  </p:clrMapOvr>
  <p:transition spd="slow">
    <p:wheel spokes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542688"/>
      </p:ext>
    </p:extLst>
  </p:cSld>
  <p:clrMapOvr>
    <a:masterClrMapping/>
  </p:clrMapOvr>
  <p:transition spd="slow">
    <p:wheel spokes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610561"/>
      </p:ext>
    </p:extLst>
  </p:cSld>
  <p:clrMapOvr>
    <a:masterClrMapping/>
  </p:clrMapOvr>
  <p:transition spd="slow">
    <p:wheel spokes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449184"/>
      </p:ext>
    </p:extLst>
  </p:cSld>
  <p:clrMapOvr>
    <a:masterClrMapping/>
  </p:clrMapOvr>
  <p:transition spd="slow">
    <p:wheel spokes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47749"/>
      </p:ext>
    </p:extLst>
  </p:cSld>
  <p:clrMapOvr>
    <a:masterClrMapping/>
  </p:clrMapOvr>
  <p:transition spd="slow">
    <p:wheel spokes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547986"/>
      </p:ext>
    </p:extLst>
  </p:cSld>
  <p:clrMapOvr>
    <a:masterClrMapping/>
  </p:clrMapOvr>
  <p:transition spd="slow">
    <p:wheel spokes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870105"/>
      </p:ext>
    </p:extLst>
  </p:cSld>
  <p:clrMapOvr>
    <a:masterClrMapping/>
  </p:clrMapOvr>
  <p:transition spd="slow">
    <p:wheel spokes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869609"/>
      </p:ext>
    </p:extLst>
  </p:cSld>
  <p:clrMapOvr>
    <a:masterClrMapping/>
  </p:clrMapOvr>
  <p:transition spd="slow">
    <p:wheel spokes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00508"/>
      </p:ext>
    </p:extLst>
  </p:cSld>
  <p:clrMapOvr>
    <a:masterClrMapping/>
  </p:clrMapOvr>
  <p:transition spd="slow">
    <p:wheel spokes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073563"/>
      </p:ext>
    </p:extLst>
  </p:cSld>
  <p:clrMapOvr>
    <a:masterClrMapping/>
  </p:clrMapOvr>
  <p:transition spd="slow">
    <p:wheel spokes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803777"/>
      </p:ext>
    </p:extLst>
  </p:cSld>
  <p:clrMapOvr>
    <a:masterClrMapping/>
  </p:clrMapOvr>
  <p:transition spd="slow">
    <p:wheel spokes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161781"/>
      </p:ext>
    </p:extLst>
  </p:cSld>
  <p:clrMapOvr>
    <a:masterClrMapping/>
  </p:clrMapOvr>
  <p:transition spd="slow">
    <p:wheel spokes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514229"/>
      </p:ext>
    </p:extLst>
  </p:cSld>
  <p:clrMapOvr>
    <a:masterClrMapping/>
  </p:clrMapOvr>
  <p:transition spd="slow">
    <p:wheel spokes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916385"/>
      </p:ext>
    </p:extLst>
  </p:cSld>
  <p:clrMapOvr>
    <a:masterClrMapping/>
  </p:clrMapOvr>
  <p:transition spd="slow">
    <p:wheel spokes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655793"/>
      </p:ext>
    </p:extLst>
  </p:cSld>
  <p:clrMapOvr>
    <a:masterClrMapping/>
  </p:clrMapOvr>
  <p:transition spd="slow">
    <p:wheel spokes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889124"/>
      </p:ext>
    </p:extLst>
  </p:cSld>
  <p:clrMapOvr>
    <a:masterClrMapping/>
  </p:clrMapOvr>
  <p:transition spd="slow">
    <p:wheel spokes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792330"/>
      </p:ext>
    </p:extLst>
  </p:cSld>
  <p:clrMapOvr>
    <a:masterClrMapping/>
  </p:clrMapOvr>
  <p:transition spd="slow">
    <p:wheel spokes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988737"/>
      </p:ext>
    </p:extLst>
  </p:cSld>
  <p:clrMapOvr>
    <a:masterClrMapping/>
  </p:clrMapOvr>
  <p:transition spd="slow">
    <p:wheel spokes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524177"/>
      </p:ext>
    </p:extLst>
  </p:cSld>
  <p:clrMapOvr>
    <a:masterClrMapping/>
  </p:clrMapOvr>
  <p:transition spd="slow">
    <p:wheel spokes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87682"/>
      </p:ext>
    </p:extLst>
  </p:cSld>
  <p:clrMapOvr>
    <a:masterClrMapping/>
  </p:clrMapOvr>
  <p:transition spd="slow">
    <p:wheel spokes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752193"/>
      </p:ext>
    </p:extLst>
  </p:cSld>
  <p:clrMapOvr>
    <a:masterClrMapping/>
  </p:clrMapOvr>
  <p:transition spd="slow">
    <p:wheel spokes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135263"/>
      </p:ext>
    </p:extLst>
  </p:cSld>
  <p:clrMapOvr>
    <a:masterClrMapping/>
  </p:clrMapOvr>
  <p:transition spd="slow">
    <p:wheel spokes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423246"/>
      </p:ext>
    </p:extLst>
  </p:cSld>
  <p:clrMapOvr>
    <a:masterClrMapping/>
  </p:clrMapOvr>
  <p:transition spd="slow">
    <p:wheel spokes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875291"/>
      </p:ext>
    </p:extLst>
  </p:cSld>
  <p:clrMapOvr>
    <a:masterClrMapping/>
  </p:clrMapOvr>
  <p:transition spd="slow">
    <p:wheel spokes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790055"/>
      </p:ext>
    </p:extLst>
  </p:cSld>
  <p:clrMapOvr>
    <a:masterClrMapping/>
  </p:clrMapOvr>
  <p:transition spd="slow">
    <p:wheel spokes="1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76790"/>
      </p:ext>
    </p:extLst>
  </p:cSld>
  <p:clrMapOvr>
    <a:masterClrMapping/>
  </p:clrMapOvr>
  <p:transition spd="slow">
    <p:wheel spokes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57382"/>
      </p:ext>
    </p:extLst>
  </p:cSld>
  <p:clrMapOvr>
    <a:masterClrMapping/>
  </p:clrMapOvr>
  <p:transition spd="slow">
    <p:wheel spokes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072890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7FA97-8878-49B6-9642-19069233D484}" type="datetimeFigureOut">
              <a:rPr lang="ru-RU" smtClean="0"/>
              <a:t>17.04.2014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0C75-7447-4489-BD16-106A7ABFA3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35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heel spokes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2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heel spokes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2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wheel spokes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7FA97-8878-49B6-9642-19069233D484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17.04.2014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0C75-7447-4489-BD16-106A7ABFA36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76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slow">
    <p:wheel spokes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3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Desktop\Семинар\юля\9956759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14"/>
            <a:ext cx="9144000" cy="686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95536" y="1124744"/>
            <a:ext cx="7355160" cy="3024336"/>
          </a:xfr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Розвиток</a:t>
            </a: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творчого</a:t>
            </a:r>
            <a:r>
              <a:rPr lang="ru-RU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k-UA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потенціалу учнів як основна умова формування успішної особистості ХХІ століття</a:t>
            </a:r>
            <a:endParaRPr lang="ru-RU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62117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74244" y="923127"/>
            <a:ext cx="5184576" cy="1307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ru-RU" sz="2800" b="1" i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Креативність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та </a:t>
            </a:r>
            <a:r>
              <a:rPr lang="ru-RU" sz="2800" b="1" i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інтелектуальна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8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допитливість</a:t>
            </a:r>
            <a:endParaRPr lang="ru-RU" sz="2800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6632"/>
            <a:ext cx="7632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Навички</a:t>
            </a:r>
            <a:r>
              <a:rPr lang="ru-RU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 </a:t>
            </a:r>
            <a:r>
              <a:rPr lang="ru-RU" sz="4000" b="1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ХХІ </a:t>
            </a:r>
            <a:r>
              <a:rPr lang="ru-RU" sz="40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століття</a:t>
            </a:r>
            <a:r>
              <a:rPr lang="ru-RU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endParaRPr lang="ru-RU" sz="4000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pic>
        <p:nvPicPr>
          <p:cNvPr id="2050" name="Picture 2" descr="D:\Desktop\Новая папка\ФОТОАПАРАТ\SAM_133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251520" y="973088"/>
            <a:ext cx="3503592" cy="262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:\Desktop\Новая папка\SAM_1047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999" y="3508662"/>
            <a:ext cx="2152765" cy="287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:\Desktop\Новая папка\1111111111111111111\DSCN251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81" y="3781383"/>
            <a:ext cx="5118222" cy="259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82143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3528" y="501352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ru-RU" sz="2800" b="1" i="1" dirty="0" err="1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Н</a:t>
            </a:r>
            <a:r>
              <a:rPr lang="ru-RU" sz="2800" b="1" i="1" dirty="0" err="1" smtClean="0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авички</a:t>
            </a:r>
            <a:r>
              <a:rPr lang="ru-RU" sz="2800" b="1" i="1" dirty="0" smtClean="0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 </a:t>
            </a:r>
            <a:r>
              <a:rPr lang="ru-RU" sz="2800" b="1" i="1" dirty="0" err="1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особистісної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 та </a:t>
            </a:r>
            <a:r>
              <a:rPr lang="ru-RU" sz="2800" b="1" i="1" dirty="0" err="1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групової</a:t>
            </a:r>
            <a:r>
              <a:rPr lang="ru-RU" sz="2800" b="1" i="1" dirty="0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 </a:t>
            </a:r>
            <a:r>
              <a:rPr lang="ru-RU" sz="2800" b="1" i="1" dirty="0" err="1">
                <a:solidFill>
                  <a:schemeClr val="accent2">
                    <a:lumMod val="75000"/>
                  </a:schemeClr>
                </a:solidFill>
                <a:latin typeface="a_CampusGrav"/>
                <a:ea typeface="Times New Roman"/>
                <a:cs typeface="Times New Roman" pitchFamily="18" charset="0"/>
              </a:rPr>
              <a:t>взаємодії</a:t>
            </a:r>
            <a:endParaRPr lang="ru-RU" sz="2800" b="1" i="1" dirty="0">
              <a:solidFill>
                <a:schemeClr val="accent2">
                  <a:lumMod val="75000"/>
                </a:schemeClr>
              </a:solidFill>
              <a:latin typeface="a_CampusGrav"/>
              <a:ea typeface="Calibri"/>
              <a:cs typeface="Times New Roman" pitchFamily="18" charset="0"/>
            </a:endParaRPr>
          </a:p>
        </p:txBody>
      </p:sp>
      <p:pic>
        <p:nvPicPr>
          <p:cNvPr id="10" name="Picture 4" descr="IMG_294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8000" y="1558990"/>
            <a:ext cx="3556000" cy="2667000"/>
          </a:xfrm>
        </p:spPr>
      </p:pic>
      <p:pic>
        <p:nvPicPr>
          <p:cNvPr id="11" name="Picture 7" descr="IMG_29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7544" y="1412776"/>
            <a:ext cx="3600450" cy="2700338"/>
          </a:xfrm>
          <a:prstGeom prst="rect">
            <a:avLst/>
          </a:prstGeom>
        </p:spPr>
      </p:pic>
      <p:pic>
        <p:nvPicPr>
          <p:cNvPr id="3076" name="Picture 4" descr="D:\Desktop\Новая папка (2)\ФОТО\IMG_0203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3" b="18508"/>
          <a:stretch/>
        </p:blipFill>
        <p:spPr bwMode="auto">
          <a:xfrm>
            <a:off x="2699792" y="4113114"/>
            <a:ext cx="3528392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3218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4025" y="260648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800" b="1" i="1" dirty="0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Комунікативні навички</a:t>
            </a:r>
            <a:endParaRPr lang="ru-RU" sz="2800" b="1" i="1" dirty="0">
              <a:solidFill>
                <a:schemeClr val="accent2">
                  <a:lumMod val="75000"/>
                </a:schemeClr>
              </a:solidFill>
              <a:latin typeface="a_CampusGrav" pitchFamily="82" charset="-52"/>
            </a:endParaRPr>
          </a:p>
        </p:txBody>
      </p:sp>
      <p:pic>
        <p:nvPicPr>
          <p:cNvPr id="4" name="Picture 2" descr="F:\IMG_292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3312368" cy="310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F:\IMG_298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573016"/>
            <a:ext cx="4104456" cy="307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:\IMG_298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500" y="1556792"/>
            <a:ext cx="3936437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4733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16632"/>
            <a:ext cx="88181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tx2">
                    <a:lumMod val="60000"/>
                    <a:lumOff val="40000"/>
                  </a:schemeClr>
                </a:solidFill>
                <a:latin typeface="a_CampusGrav"/>
              </a:rPr>
              <a:t> </a:t>
            </a:r>
            <a:r>
              <a:rPr lang="ru-RU" sz="3200" b="1" i="1" dirty="0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ІТ-</a:t>
            </a:r>
            <a:r>
              <a:rPr lang="ru-RU" sz="3200" b="1" i="1" dirty="0" err="1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обізнаність</a:t>
            </a:r>
            <a:r>
              <a:rPr lang="ru-RU" sz="3200" b="1" i="1" dirty="0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 – </a:t>
            </a:r>
            <a:r>
              <a:rPr lang="ru-RU" sz="3200" b="1" i="1" dirty="0" err="1" smtClean="0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використання</a:t>
            </a:r>
            <a:r>
              <a:rPr lang="ru-RU" sz="3200" b="1" i="1" dirty="0" smtClean="0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 </a:t>
            </a:r>
            <a:r>
              <a:rPr lang="ru-RU" sz="3200" b="1" i="1" dirty="0" err="1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інформації</a:t>
            </a:r>
            <a:r>
              <a:rPr lang="ru-RU" sz="3200" b="1" i="1" dirty="0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 та </a:t>
            </a:r>
            <a:r>
              <a:rPr lang="ru-RU" sz="3200" b="1" i="1" dirty="0" err="1">
                <a:solidFill>
                  <a:schemeClr val="accent2">
                    <a:lumMod val="50000"/>
                  </a:schemeClr>
                </a:solidFill>
                <a:latin typeface="a_CampusGrav"/>
              </a:rPr>
              <a:t>медіа</a:t>
            </a:r>
            <a:endParaRPr lang="ru-RU" sz="3200" i="1" dirty="0">
              <a:solidFill>
                <a:schemeClr val="accent2">
                  <a:lumMod val="50000"/>
                </a:schemeClr>
              </a:solidFill>
              <a:latin typeface="a_CampusGrav"/>
            </a:endParaRPr>
          </a:p>
        </p:txBody>
      </p:sp>
      <p:pic>
        <p:nvPicPr>
          <p:cNvPr id="1026" name="Picture 2" descr="D:\Desktop\Новая папка\DSC_013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768" y="1556792"/>
            <a:ext cx="3615884" cy="240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Desktop\Новая папка\DSC_014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768" y="4293096"/>
            <a:ext cx="3615884" cy="240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esktop\Новая папка\DSC_014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56" y="1569155"/>
            <a:ext cx="3597290" cy="239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esktop\Новая папка\DSC_0137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90" y="4293096"/>
            <a:ext cx="3615884" cy="240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04717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7056" y="390404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i="1" dirty="0" err="1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Критичне</a:t>
            </a:r>
            <a:r>
              <a:rPr lang="ru-RU" sz="3200" b="1" i="1" dirty="0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 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та </a:t>
            </a:r>
            <a:r>
              <a:rPr lang="ru-RU" sz="32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системне</a:t>
            </a:r>
            <a:r>
              <a:rPr lang="ru-RU" sz="32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</a:t>
            </a:r>
            <a:r>
              <a:rPr lang="ru-RU" sz="3200" b="1" i="1" dirty="0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</a:t>
            </a:r>
            <a:r>
              <a:rPr lang="ru-RU" sz="3200" b="1" i="1" dirty="0" err="1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мислення</a:t>
            </a:r>
            <a:r>
              <a:rPr lang="ru-RU" sz="3200" b="1" i="1" dirty="0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</a:t>
            </a:r>
            <a:endParaRPr lang="ru-RU" sz="3200" i="1" dirty="0">
              <a:solidFill>
                <a:schemeClr val="accent2">
                  <a:lumMod val="75000"/>
                </a:schemeClr>
              </a:solidFill>
              <a:latin typeface="a_CampusGrav" pitchFamily="82" charset="-52"/>
            </a:endParaRPr>
          </a:p>
        </p:txBody>
      </p:sp>
      <p:pic>
        <p:nvPicPr>
          <p:cNvPr id="4" name="Picture 2" descr="F:\IMG_297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792710"/>
            <a:ext cx="3909912" cy="293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F:\IMG_297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149080"/>
            <a:ext cx="3419872" cy="256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:\IMG_2975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782198"/>
            <a:ext cx="3923928" cy="294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24685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332656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З</a:t>
            </a:r>
            <a:r>
              <a:rPr lang="ru-RU" sz="2400" b="1" i="1" dirty="0" err="1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датність</a:t>
            </a:r>
            <a:r>
              <a:rPr lang="ru-RU" sz="2400" b="1" i="1" dirty="0" smtClean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</a:t>
            </a:r>
            <a:r>
              <a:rPr lang="ru-RU" sz="24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до </a:t>
            </a:r>
            <a:r>
              <a:rPr lang="ru-RU" sz="24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самоосвіти</a:t>
            </a:r>
            <a:r>
              <a:rPr lang="ru-RU" sz="24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і </a:t>
            </a:r>
            <a:r>
              <a:rPr lang="ru-RU" sz="24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здатність</a:t>
            </a:r>
            <a:r>
              <a:rPr lang="ru-RU" sz="24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</a:t>
            </a:r>
            <a:r>
              <a:rPr lang="ru-RU" sz="24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адаптуватися</a:t>
            </a:r>
            <a:r>
              <a:rPr lang="ru-RU" sz="24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до умов </a:t>
            </a:r>
            <a:r>
              <a:rPr lang="ru-RU" sz="24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навчання</a:t>
            </a:r>
            <a:r>
              <a:rPr lang="ru-RU" sz="24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в </a:t>
            </a:r>
            <a:r>
              <a:rPr lang="ru-RU" sz="24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інших</a:t>
            </a:r>
            <a:r>
              <a:rPr lang="ru-RU" sz="2400" b="1" i="1" dirty="0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 культурах та </a:t>
            </a:r>
            <a:r>
              <a:rPr lang="ru-RU" sz="2400" b="1" i="1" dirty="0" err="1">
                <a:solidFill>
                  <a:schemeClr val="accent2">
                    <a:lumMod val="75000"/>
                  </a:schemeClr>
                </a:solidFill>
                <a:latin typeface="a_CampusGrav" pitchFamily="82" charset="-52"/>
              </a:rPr>
              <a:t>суспільствах</a:t>
            </a:r>
            <a:endParaRPr lang="ru-RU" sz="2400" b="1" i="1" dirty="0">
              <a:solidFill>
                <a:schemeClr val="accent2">
                  <a:lumMod val="75000"/>
                </a:schemeClr>
              </a:solidFill>
              <a:latin typeface="a_CampusGrav" pitchFamily="82" charset="-52"/>
            </a:endParaRPr>
          </a:p>
        </p:txBody>
      </p:sp>
      <p:pic>
        <p:nvPicPr>
          <p:cNvPr id="4" name="Picture 2" descr="D:\Desktop\Новая папка\ФОТОАПАРАТ\SAM_123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136399"/>
            <a:ext cx="3600400" cy="27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:\IMG_292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976" y="3789040"/>
            <a:ext cx="3419871" cy="28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F:\IMG_297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102930"/>
            <a:ext cx="3689649" cy="276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48633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836712"/>
            <a:ext cx="81369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k-UA" sz="3600" dirty="0" smtClean="0">
                <a:latin typeface="Times New Roman"/>
                <a:ea typeface="+mj-ea"/>
              </a:rPr>
              <a:t>      </a:t>
            </a:r>
            <a:r>
              <a:rPr lang="uk-UA" sz="3600" b="1" i="1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+mj-ea"/>
              </a:rPr>
              <a:t>На </a:t>
            </a:r>
            <a:r>
              <a:rPr lang="uk-UA" sz="3600" b="1" i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+mj-ea"/>
              </a:rPr>
              <a:t>даний час повинна діяти така модель вихованості людини, яка б давала їй змогу вирішувати складні питання життєтворчості, успішно досягати індивідуальних  і суспільних цілей</a:t>
            </a:r>
            <a:r>
              <a:rPr lang="uk-UA" sz="3600" b="1" i="1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+mj-ea"/>
              </a:rPr>
              <a:t>.</a:t>
            </a:r>
          </a:p>
          <a:p>
            <a:pPr algn="r"/>
            <a:r>
              <a:rPr lang="uk-UA" sz="3600" b="1" i="1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+mj-ea"/>
              </a:rPr>
              <a:t> І. Д. </a:t>
            </a:r>
            <a:r>
              <a:rPr lang="uk-UA" sz="36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+mj-ea"/>
              </a:rPr>
              <a:t>Бех</a:t>
            </a:r>
            <a:endParaRPr lang="ru-RU" sz="36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1562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845842562"/>
              </p:ext>
            </p:extLst>
          </p:nvPr>
        </p:nvGraphicFramePr>
        <p:xfrm>
          <a:off x="251520" y="116632"/>
          <a:ext cx="8712968" cy="648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52592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077771445"/>
              </p:ext>
            </p:extLst>
          </p:nvPr>
        </p:nvGraphicFramePr>
        <p:xfrm>
          <a:off x="-169294" y="194436"/>
          <a:ext cx="9853861" cy="6669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49407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ru-RU" sz="40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Інтелект</a:t>
            </a:r>
            <a:r>
              <a:rPr lang="ru-RU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успіху</a:t>
            </a:r>
            <a:r>
              <a:rPr lang="ru-RU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40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це</a:t>
            </a:r>
            <a:r>
              <a:rPr lang="ru-RU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три </a:t>
            </a:r>
            <a:r>
              <a:rPr lang="ru-RU" sz="40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аспекти</a:t>
            </a:r>
            <a:r>
              <a:rPr lang="ru-RU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b="1" i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мислення</a:t>
            </a:r>
            <a:endParaRPr lang="ru-RU" sz="4000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765061655"/>
              </p:ext>
            </p:extLst>
          </p:nvPr>
        </p:nvGraphicFramePr>
        <p:xfrm>
          <a:off x="1115616" y="1844824"/>
          <a:ext cx="7056784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40775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uk-UA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Творчий інтелект</a:t>
            </a:r>
            <a:endParaRPr lang="ru-RU" sz="4000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Текст 4"/>
          <p:cNvSpPr txBox="1">
            <a:spLocks/>
          </p:cNvSpPr>
          <p:nvPr/>
        </p:nvSpPr>
        <p:spPr>
          <a:xfrm>
            <a:off x="4633193" y="930277"/>
            <a:ext cx="4041775" cy="6397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175348" y="1340768"/>
            <a:ext cx="8285084" cy="5318613"/>
            <a:chOff x="2267745" y="2638090"/>
            <a:chExt cx="6099063" cy="2772977"/>
          </a:xfrm>
        </p:grpSpPr>
        <p:sp>
          <p:nvSpPr>
            <p:cNvPr id="12" name="Полилиния 11"/>
            <p:cNvSpPr/>
            <p:nvPr/>
          </p:nvSpPr>
          <p:spPr>
            <a:xfrm>
              <a:off x="2267746" y="2638090"/>
              <a:ext cx="1431233" cy="1288666"/>
            </a:xfrm>
            <a:custGeom>
              <a:avLst/>
              <a:gdLst>
                <a:gd name="connsiteX0" fmla="*/ 0 w 1484312"/>
                <a:gd name="connsiteY0" fmla="*/ 0 h 1039018"/>
                <a:gd name="connsiteX1" fmla="*/ 964803 w 1484312"/>
                <a:gd name="connsiteY1" fmla="*/ 0 h 1039018"/>
                <a:gd name="connsiteX2" fmla="*/ 1484312 w 1484312"/>
                <a:gd name="connsiteY2" fmla="*/ 519509 h 1039018"/>
                <a:gd name="connsiteX3" fmla="*/ 964803 w 1484312"/>
                <a:gd name="connsiteY3" fmla="*/ 1039018 h 1039018"/>
                <a:gd name="connsiteX4" fmla="*/ 0 w 1484312"/>
                <a:gd name="connsiteY4" fmla="*/ 1039018 h 1039018"/>
                <a:gd name="connsiteX5" fmla="*/ 519509 w 1484312"/>
                <a:gd name="connsiteY5" fmla="*/ 519509 h 1039018"/>
                <a:gd name="connsiteX6" fmla="*/ 0 w 1484312"/>
                <a:gd name="connsiteY6" fmla="*/ 0 h 1039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4312" h="1039018">
                  <a:moveTo>
                    <a:pt x="1484312" y="0"/>
                  </a:moveTo>
                  <a:lnTo>
                    <a:pt x="1484312" y="675362"/>
                  </a:lnTo>
                  <a:lnTo>
                    <a:pt x="742156" y="1039018"/>
                  </a:lnTo>
                  <a:lnTo>
                    <a:pt x="0" y="675362"/>
                  </a:lnTo>
                  <a:lnTo>
                    <a:pt x="0" y="0"/>
                  </a:lnTo>
                  <a:lnTo>
                    <a:pt x="742156" y="363656"/>
                  </a:lnTo>
                  <a:lnTo>
                    <a:pt x="1484312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350" tIns="525860" rIns="6351" bIns="525859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1600" b="1" i="1" kern="1200" dirty="0" err="1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Характаризується</a:t>
              </a:r>
              <a:endParaRPr lang="ru-RU" sz="1600" b="1" i="1" kern="12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Полилиния 12"/>
            <p:cNvSpPr/>
            <p:nvPr/>
          </p:nvSpPr>
          <p:spPr>
            <a:xfrm>
              <a:off x="3804997" y="2638092"/>
              <a:ext cx="4561811" cy="1152591"/>
            </a:xfrm>
            <a:custGeom>
              <a:avLst/>
              <a:gdLst>
                <a:gd name="connsiteX0" fmla="*/ 160804 w 964803"/>
                <a:gd name="connsiteY0" fmla="*/ 0 h 5056981"/>
                <a:gd name="connsiteX1" fmla="*/ 803999 w 964803"/>
                <a:gd name="connsiteY1" fmla="*/ 0 h 5056981"/>
                <a:gd name="connsiteX2" fmla="*/ 964803 w 964803"/>
                <a:gd name="connsiteY2" fmla="*/ 160804 h 5056981"/>
                <a:gd name="connsiteX3" fmla="*/ 964803 w 964803"/>
                <a:gd name="connsiteY3" fmla="*/ 5056981 h 5056981"/>
                <a:gd name="connsiteX4" fmla="*/ 964803 w 964803"/>
                <a:gd name="connsiteY4" fmla="*/ 5056981 h 5056981"/>
                <a:gd name="connsiteX5" fmla="*/ 0 w 964803"/>
                <a:gd name="connsiteY5" fmla="*/ 5056981 h 5056981"/>
                <a:gd name="connsiteX6" fmla="*/ 0 w 964803"/>
                <a:gd name="connsiteY6" fmla="*/ 5056981 h 5056981"/>
                <a:gd name="connsiteX7" fmla="*/ 0 w 964803"/>
                <a:gd name="connsiteY7" fmla="*/ 160804 h 5056981"/>
                <a:gd name="connsiteX8" fmla="*/ 160804 w 964803"/>
                <a:gd name="connsiteY8" fmla="*/ 0 h 505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4803" h="5056981">
                  <a:moveTo>
                    <a:pt x="964803" y="842850"/>
                  </a:moveTo>
                  <a:lnTo>
                    <a:pt x="964803" y="4214131"/>
                  </a:lnTo>
                  <a:cubicBezTo>
                    <a:pt x="964803" y="4679625"/>
                    <a:pt x="951068" y="5056978"/>
                    <a:pt x="934124" y="5056978"/>
                  </a:cubicBezTo>
                  <a:lnTo>
                    <a:pt x="0" y="5056978"/>
                  </a:lnTo>
                  <a:lnTo>
                    <a:pt x="0" y="5056978"/>
                  </a:lnTo>
                  <a:lnTo>
                    <a:pt x="0" y="3"/>
                  </a:lnTo>
                  <a:lnTo>
                    <a:pt x="0" y="3"/>
                  </a:lnTo>
                  <a:lnTo>
                    <a:pt x="934124" y="3"/>
                  </a:lnTo>
                  <a:cubicBezTo>
                    <a:pt x="951068" y="3"/>
                    <a:pt x="964803" y="377356"/>
                    <a:pt x="964803" y="84285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9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120" tIns="53448" rIns="53448" bIns="53448" numCol="1" spcCol="1270" anchor="ctr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uk-UA" sz="1600" kern="1200" dirty="0" smtClean="0">
                <a:latin typeface="Times New Roman" pitchFamily="18" charset="0"/>
                <a:cs typeface="Times New Roman" pitchFamily="18" charset="0"/>
              </a:endParaRPr>
            </a:p>
            <a:p>
              <a:pPr marL="342900" lvl="1" indent="-34290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itchFamily="2" charset="2"/>
                <a:buChar char="Ø"/>
              </a:pPr>
              <a:r>
                <a:rPr lang="uk-UA" sz="2000" kern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Генеруванням нових ідей</a:t>
              </a:r>
              <a:endParaRPr lang="ru-RU" sz="2000" kern="12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342900" lvl="1" indent="-34290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itchFamily="2" charset="2"/>
                <a:buChar char="Ø"/>
              </a:pPr>
              <a:r>
                <a:rPr lang="uk-UA" sz="2000" kern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Вмінням оцінювати їх переваги</a:t>
              </a:r>
              <a:endParaRPr lang="ru-RU" sz="2000" kern="12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342900" lvl="1" indent="-34290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itchFamily="2" charset="2"/>
                <a:buChar char="Ø"/>
              </a:pPr>
              <a:r>
                <a:rPr lang="uk-UA" sz="2000" kern="1200" dirty="0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Синтетичне мислення</a:t>
              </a:r>
            </a:p>
            <a:p>
              <a:pPr marL="342900" lvl="0" indent="-342900">
                <a:spcBef>
                  <a:spcPct val="20000"/>
                </a:spcBef>
                <a:buFont typeface="Wingdings" pitchFamily="2" charset="2"/>
                <a:buChar char="Ø"/>
              </a:pP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Здатністю бачити </a:t>
              </a:r>
              <a:r>
                <a:rPr lang="uk-UA" sz="2000" dirty="0" err="1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взаємозв</a:t>
              </a: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k-UA" sz="2000" dirty="0" err="1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язки</a:t>
              </a:r>
              <a:endParaRPr lang="uk-UA" sz="20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342900" lvl="0" indent="-342900">
                <a:spcBef>
                  <a:spcPct val="20000"/>
                </a:spcBef>
                <a:buFont typeface="Wingdings" pitchFamily="2" charset="2"/>
                <a:buChar char="Ø"/>
              </a:pPr>
              <a:r>
                <a:rPr lang="uk-UA" sz="2000" dirty="0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Виділення </a:t>
              </a: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ідей, яким можна знайти конкурентне застосування</a:t>
              </a:r>
              <a:endParaRPr lang="ru-RU" sz="2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ru-RU" sz="1600" kern="1200" dirty="0"/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ru-RU" sz="1000" kern="1200" dirty="0"/>
            </a:p>
          </p:txBody>
        </p:sp>
        <p:sp>
          <p:nvSpPr>
            <p:cNvPr id="14" name="Полилиния 13"/>
            <p:cNvSpPr/>
            <p:nvPr/>
          </p:nvSpPr>
          <p:spPr>
            <a:xfrm>
              <a:off x="2267745" y="3926755"/>
              <a:ext cx="1431233" cy="1484312"/>
            </a:xfrm>
            <a:custGeom>
              <a:avLst/>
              <a:gdLst>
                <a:gd name="connsiteX0" fmla="*/ 0 w 1484312"/>
                <a:gd name="connsiteY0" fmla="*/ 0 h 1039018"/>
                <a:gd name="connsiteX1" fmla="*/ 964803 w 1484312"/>
                <a:gd name="connsiteY1" fmla="*/ 0 h 1039018"/>
                <a:gd name="connsiteX2" fmla="*/ 1484312 w 1484312"/>
                <a:gd name="connsiteY2" fmla="*/ 519509 h 1039018"/>
                <a:gd name="connsiteX3" fmla="*/ 964803 w 1484312"/>
                <a:gd name="connsiteY3" fmla="*/ 1039018 h 1039018"/>
                <a:gd name="connsiteX4" fmla="*/ 0 w 1484312"/>
                <a:gd name="connsiteY4" fmla="*/ 1039018 h 1039018"/>
                <a:gd name="connsiteX5" fmla="*/ 519509 w 1484312"/>
                <a:gd name="connsiteY5" fmla="*/ 519509 h 1039018"/>
                <a:gd name="connsiteX6" fmla="*/ 0 w 1484312"/>
                <a:gd name="connsiteY6" fmla="*/ 0 h 1039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4312" h="1039018">
                  <a:moveTo>
                    <a:pt x="1484312" y="0"/>
                  </a:moveTo>
                  <a:lnTo>
                    <a:pt x="1484312" y="675362"/>
                  </a:lnTo>
                  <a:lnTo>
                    <a:pt x="742156" y="1039018"/>
                  </a:lnTo>
                  <a:lnTo>
                    <a:pt x="0" y="675362"/>
                  </a:lnTo>
                  <a:lnTo>
                    <a:pt x="0" y="0"/>
                  </a:lnTo>
                  <a:lnTo>
                    <a:pt x="742156" y="363656"/>
                  </a:lnTo>
                  <a:lnTo>
                    <a:pt x="1484312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350" tIns="525859" rIns="6350" bIns="525859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b="1" i="1" dirty="0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Формується</a:t>
              </a:r>
            </a:p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b="1" i="1" dirty="0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k-UA" sz="2000" b="1" i="1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в </a:t>
              </a:r>
              <a:r>
                <a:rPr lang="uk-UA" sz="2000" b="1" i="1" dirty="0" smtClean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результаті наявності </a:t>
              </a:r>
              <a:endParaRPr lang="ru-RU" sz="2000" b="1" i="1" kern="12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5" name="Полилиния 14"/>
            <p:cNvSpPr/>
            <p:nvPr/>
          </p:nvSpPr>
          <p:spPr>
            <a:xfrm>
              <a:off x="3804997" y="3926756"/>
              <a:ext cx="4558745" cy="1253017"/>
            </a:xfrm>
            <a:custGeom>
              <a:avLst/>
              <a:gdLst>
                <a:gd name="connsiteX0" fmla="*/ 160804 w 964803"/>
                <a:gd name="connsiteY0" fmla="*/ 0 h 5056981"/>
                <a:gd name="connsiteX1" fmla="*/ 803999 w 964803"/>
                <a:gd name="connsiteY1" fmla="*/ 0 h 5056981"/>
                <a:gd name="connsiteX2" fmla="*/ 964803 w 964803"/>
                <a:gd name="connsiteY2" fmla="*/ 160804 h 5056981"/>
                <a:gd name="connsiteX3" fmla="*/ 964803 w 964803"/>
                <a:gd name="connsiteY3" fmla="*/ 5056981 h 5056981"/>
                <a:gd name="connsiteX4" fmla="*/ 964803 w 964803"/>
                <a:gd name="connsiteY4" fmla="*/ 5056981 h 5056981"/>
                <a:gd name="connsiteX5" fmla="*/ 0 w 964803"/>
                <a:gd name="connsiteY5" fmla="*/ 5056981 h 5056981"/>
                <a:gd name="connsiteX6" fmla="*/ 0 w 964803"/>
                <a:gd name="connsiteY6" fmla="*/ 5056981 h 5056981"/>
                <a:gd name="connsiteX7" fmla="*/ 0 w 964803"/>
                <a:gd name="connsiteY7" fmla="*/ 160804 h 5056981"/>
                <a:gd name="connsiteX8" fmla="*/ 160804 w 964803"/>
                <a:gd name="connsiteY8" fmla="*/ 0 h 5056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4803" h="5056981">
                  <a:moveTo>
                    <a:pt x="964803" y="842850"/>
                  </a:moveTo>
                  <a:lnTo>
                    <a:pt x="964803" y="4214131"/>
                  </a:lnTo>
                  <a:cubicBezTo>
                    <a:pt x="964803" y="4679625"/>
                    <a:pt x="951068" y="5056978"/>
                    <a:pt x="934124" y="5056978"/>
                  </a:cubicBezTo>
                  <a:lnTo>
                    <a:pt x="0" y="5056978"/>
                  </a:lnTo>
                  <a:lnTo>
                    <a:pt x="0" y="5056978"/>
                  </a:lnTo>
                  <a:lnTo>
                    <a:pt x="0" y="3"/>
                  </a:lnTo>
                  <a:lnTo>
                    <a:pt x="0" y="3"/>
                  </a:lnTo>
                  <a:lnTo>
                    <a:pt x="934124" y="3"/>
                  </a:lnTo>
                  <a:cubicBezTo>
                    <a:pt x="951068" y="3"/>
                    <a:pt x="964803" y="377356"/>
                    <a:pt x="964803" y="84285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9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1120" tIns="53448" rIns="53448" bIns="53449" numCol="1" spcCol="1270" anchor="ctr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ru-RU" sz="1000" kern="1200" dirty="0"/>
            </a:p>
            <a:p>
              <a:pPr marL="342900" indent="-342900">
                <a:buFont typeface="Wingdings" pitchFamily="2" charset="2"/>
                <a:buChar char="Ø"/>
              </a:pP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Цілеспрямованості в досягненні мети</a:t>
              </a:r>
            </a:p>
            <a:p>
              <a:pPr marL="342900" indent="-342900">
                <a:buFont typeface="Wingdings" pitchFamily="2" charset="2"/>
                <a:buChar char="Ø"/>
              </a:pP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Упевненості у власних силах і розумових здібностях</a:t>
              </a:r>
            </a:p>
            <a:p>
              <a:pPr marL="342900" indent="-342900">
                <a:buFont typeface="Wingdings" pitchFamily="2" charset="2"/>
                <a:buChar char="Ø"/>
              </a:pP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Самостійності у виборі мети та засобів</a:t>
              </a:r>
            </a:p>
            <a:p>
              <a:pPr marL="342900" indent="-342900">
                <a:buFont typeface="Wingdings" pitchFamily="2" charset="2"/>
                <a:buChar char="Ø"/>
              </a:pP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Бажання брати на себе </a:t>
              </a:r>
              <a:r>
                <a:rPr lang="uk-UA" sz="2000" dirty="0" err="1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розв</a:t>
              </a:r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’</a:t>
              </a:r>
              <a:r>
                <a:rPr lang="uk-UA" sz="2000" dirty="0" err="1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язання</a:t>
              </a: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проблеми</a:t>
              </a:r>
              <a:endParaRPr lang="ru-RU" sz="2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171450" lvl="1" indent="-1714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itchFamily="2" charset="2"/>
                <a:buChar char="Ø"/>
              </a:pPr>
              <a:endParaRPr lang="ru-RU" sz="1000" kern="12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70461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>
            <a:normAutofit/>
          </a:bodyPr>
          <a:lstStyle/>
          <a:p>
            <a:r>
              <a:rPr lang="uk-UA" sz="40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Аналітичний інтелект</a:t>
            </a:r>
            <a:endParaRPr lang="ru-RU" sz="4000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869130722"/>
              </p:ext>
            </p:extLst>
          </p:nvPr>
        </p:nvGraphicFramePr>
        <p:xfrm>
          <a:off x="4067944" y="2794000"/>
          <a:ext cx="388843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522180804"/>
              </p:ext>
            </p:extLst>
          </p:nvPr>
        </p:nvGraphicFramePr>
        <p:xfrm>
          <a:off x="323528" y="908720"/>
          <a:ext cx="8568952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3680640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Graphic spid="4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382588" y="116632"/>
            <a:ext cx="8437884" cy="1008112"/>
          </a:xfrm>
        </p:spPr>
        <p:txBody>
          <a:bodyPr>
            <a:normAutofit/>
          </a:bodyPr>
          <a:lstStyle/>
          <a:p>
            <a:r>
              <a:rPr lang="uk-UA" sz="3600" b="1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Практичний інтелект</a:t>
            </a:r>
            <a:endParaRPr lang="ru-RU" sz="3600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457200" y="1052736"/>
            <a:ext cx="4040188" cy="63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267197250"/>
              </p:ext>
            </p:extLst>
          </p:nvPr>
        </p:nvGraphicFramePr>
        <p:xfrm>
          <a:off x="15144" y="1364202"/>
          <a:ext cx="8964488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18241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315302465"/>
              </p:ext>
            </p:extLst>
          </p:nvPr>
        </p:nvGraphicFramePr>
        <p:xfrm>
          <a:off x="467544" y="260648"/>
          <a:ext cx="8136904" cy="640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90124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809901430"/>
              </p:ext>
            </p:extLst>
          </p:nvPr>
        </p:nvGraphicFramePr>
        <p:xfrm>
          <a:off x="395536" y="692696"/>
          <a:ext cx="8640960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5041" y="3501008"/>
            <a:ext cx="2016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000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Уміння ставити перед собою проблему виховує </a:t>
            </a:r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F:\IMG_2925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3118698" cy="233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5141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b="1" dirty="0" err="1" smtClean="0">
                <a:solidFill>
                  <a:srgbClr val="FF0000"/>
                </a:solidFill>
                <a:latin typeface="a_CampusGrav" pitchFamily="82" charset="-52"/>
              </a:rPr>
              <a:t>Розвивальна</a:t>
            </a:r>
            <a:r>
              <a:rPr lang="ru-RU" sz="6000" b="1" dirty="0" smtClean="0">
                <a:solidFill>
                  <a:srgbClr val="FF0000"/>
                </a:solidFill>
                <a:latin typeface="a_CampusGrav" pitchFamily="82" charset="-52"/>
              </a:rPr>
              <a:t> </a:t>
            </a:r>
            <a:r>
              <a:rPr lang="ru-RU" sz="6000" b="1" dirty="0" err="1" smtClean="0">
                <a:solidFill>
                  <a:srgbClr val="FF0000"/>
                </a:solidFill>
                <a:latin typeface="a_CampusGrav" pitchFamily="82" charset="-52"/>
              </a:rPr>
              <a:t>програма</a:t>
            </a:r>
            <a:r>
              <a:rPr lang="ru-RU" sz="6000" b="1" dirty="0" smtClean="0">
                <a:solidFill>
                  <a:srgbClr val="FF0000"/>
                </a:solidFill>
                <a:latin typeface="a_CampusGrav" pitchFamily="82" charset="-52"/>
              </a:rPr>
              <a:t> «Росток»</a:t>
            </a:r>
            <a:endParaRPr lang="ru-RU" sz="6000" b="1" dirty="0">
              <a:solidFill>
                <a:srgbClr val="FF0000"/>
              </a:solidFill>
              <a:latin typeface="a_CampusGrav" pitchFamily="82" charset="-52"/>
            </a:endParaRPr>
          </a:p>
        </p:txBody>
      </p:sp>
      <p:pic>
        <p:nvPicPr>
          <p:cNvPr id="3" name="Цветение - Ускоренная съемка (online-video-cutter.com)3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" y="1633042"/>
            <a:ext cx="9324005" cy="52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463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1698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548680"/>
            <a:ext cx="8352928" cy="4960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spcAft>
                <a:spcPts val="1000"/>
              </a:spcAft>
            </a:pPr>
            <a:r>
              <a:rPr lang="uk-UA" sz="2800" b="1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Метою дослідження</a:t>
            </a:r>
            <a:r>
              <a:rPr lang="uk-UA" sz="2800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k-UA" sz="2800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є створення необхідних соціальних, психологічних, педагогічних умов для всебічного гармонійного розвитку особистості дитини, на основі формування цілісної картини світу та уявлень про місце людини в світі як невід’ємної частини природи. виявлення впливу </a:t>
            </a:r>
            <a:r>
              <a:rPr lang="uk-UA" sz="2800" i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інтегративно-діяльнісного</a:t>
            </a:r>
            <a:r>
              <a:rPr lang="uk-UA" sz="2800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підходу на розкриття та розвиток творчого потенціалу дитини в ході навчально-виховного процесу, спроектованого на принципах науково-педагогічного проекту </a:t>
            </a:r>
            <a:r>
              <a:rPr lang="uk-UA" sz="2800" i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„Росток</a:t>
            </a:r>
            <a:r>
              <a:rPr lang="uk-UA" sz="2800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”.</a:t>
            </a:r>
            <a:endParaRPr lang="ru-RU" sz="2800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3643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980728"/>
            <a:ext cx="83529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uk-UA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Об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uk-UA" sz="2800" b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єкт</a:t>
            </a:r>
            <a:r>
              <a:rPr lang="uk-UA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дослідження: </a:t>
            </a:r>
            <a:r>
              <a:rPr lang="uk-UA" sz="2800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педагогічний процес, побудований на засадах </a:t>
            </a:r>
            <a:r>
              <a:rPr lang="uk-UA" sz="2800" i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інтегративно-діяльнісного</a:t>
            </a:r>
            <a:r>
              <a:rPr lang="uk-UA" sz="2800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підходу до організації навчання і виховання в межах науково-педагогічного проекту </a:t>
            </a:r>
            <a:r>
              <a:rPr lang="uk-UA" sz="2800" i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„Росток</a:t>
            </a:r>
            <a:r>
              <a:rPr lang="uk-UA" sz="2800" i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”.</a:t>
            </a:r>
          </a:p>
          <a:p>
            <a:pPr indent="449580" algn="just">
              <a:spcAft>
                <a:spcPts val="0"/>
              </a:spcAft>
            </a:pPr>
            <a:endParaRPr lang="ru-RU" sz="28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algn="just"/>
            <a:r>
              <a:rPr lang="uk-UA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Предмет дослідження: </a:t>
            </a:r>
            <a:r>
              <a:rPr lang="uk-UA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підвищення ефективності розвитку творчого потенціалу учнів на засадах </a:t>
            </a:r>
            <a:r>
              <a:rPr lang="uk-UA" sz="2800" b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інтегративно-діяльнісного</a:t>
            </a:r>
            <a:r>
              <a:rPr lang="uk-UA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підходу до організації навчання і виховання в межах науково-педагогічного проекту </a:t>
            </a:r>
            <a:r>
              <a:rPr lang="uk-UA" sz="2800" b="1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„Росток</a:t>
            </a:r>
            <a:r>
              <a:rPr lang="uk-UA" sz="2800" b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”. </a:t>
            </a:r>
            <a:endParaRPr lang="ru-RU" sz="28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61684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anya\Desktop\юля\business-idea-generation-whole-and-parts-001-300x26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72" y="148285"/>
            <a:ext cx="8693816" cy="649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11023" y="0"/>
            <a:ext cx="43469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Впевненість у собі</a:t>
            </a:r>
            <a:endParaRPr lang="ru-RU" sz="5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65552" y="2949724"/>
            <a:ext cx="504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ru-RU" sz="4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65552" y="5661248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sz="5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69608" y="0"/>
            <a:ext cx="42743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Постановка чітких цілей</a:t>
            </a:r>
            <a:endParaRPr lang="ru-RU" sz="5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92080" y="4293096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ru-RU" sz="5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08104" y="0"/>
            <a:ext cx="36358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Адекватна самооцінка своїх можливостей</a:t>
            </a:r>
            <a:endParaRPr lang="ru-RU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35342" y="4293096"/>
            <a:ext cx="360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5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ru-RU" sz="5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13784" y="153888"/>
            <a:ext cx="41860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Соціальна компетентність</a:t>
            </a:r>
            <a:endParaRPr lang="ru-RU" sz="4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7351" y="5738192"/>
            <a:ext cx="2880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ru-RU" sz="4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27901" y="15388"/>
            <a:ext cx="37719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Самоко</a:t>
            </a:r>
            <a:r>
              <a:rPr lang="uk-UA" sz="40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нтроль</a:t>
            </a:r>
            <a:r>
              <a:rPr lang="uk-UA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і вміння доводити справу до кінця</a:t>
            </a:r>
            <a:endParaRPr lang="ru-RU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32125" y="5738191"/>
            <a:ext cx="3600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ru-RU" sz="4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10067" y="25820"/>
            <a:ext cx="33478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Поетапний підхід до складних завдань</a:t>
            </a:r>
            <a:endParaRPr lang="ru-RU" sz="4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46199" y="5742246"/>
            <a:ext cx="3600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ru-RU" sz="4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93658" y="660309"/>
            <a:ext cx="31393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Генерування нових ідей</a:t>
            </a:r>
            <a:endParaRPr lang="ru-RU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53107" y="5733562"/>
            <a:ext cx="2880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ru-RU" sz="4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07461" y="35568"/>
            <a:ext cx="48520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Постійне самовдосконалення</a:t>
            </a:r>
            <a:endParaRPr lang="ru-RU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87965" y="4370040"/>
            <a:ext cx="3600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endParaRPr lang="ru-RU" sz="44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08209" y="0"/>
            <a:ext cx="49960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7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Порядність</a:t>
            </a:r>
            <a:r>
              <a:rPr lang="uk-UA" dirty="0" smtClean="0">
                <a:solidFill>
                  <a:prstClr val="black"/>
                </a:solidFill>
              </a:rPr>
              <a:t> 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13862" y="4370040"/>
            <a:ext cx="7023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ru-RU" sz="4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47941" y="-25988"/>
            <a:ext cx="49960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Комунікативна компетентність</a:t>
            </a:r>
            <a:endParaRPr lang="ru-RU" sz="4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87645" y="2979081"/>
            <a:ext cx="903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ru-RU" sz="4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87442" y="323165"/>
            <a:ext cx="5692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Конкурентно-спроможність </a:t>
            </a:r>
            <a:endParaRPr lang="ru-RU" sz="4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56935" y="3010607"/>
            <a:ext cx="8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ru-RU" sz="4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1146" y="323165"/>
            <a:ext cx="39684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Вільне використання ЗУН в практичній діяльності</a:t>
            </a:r>
            <a:endParaRPr lang="ru-RU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42795" y="1600438"/>
            <a:ext cx="712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ru-RU" sz="4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00131" y="0"/>
            <a:ext cx="37593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Уміння виокремлювати і опрацьовувати інформацію</a:t>
            </a:r>
            <a:endParaRPr lang="ru-RU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92080" y="1600438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endParaRPr lang="ru-RU" sz="4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07596" y="-7231"/>
            <a:ext cx="32198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Вміння самостійно працювати</a:t>
            </a:r>
            <a:endParaRPr lang="ru-RU" sz="4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17611" y="247472"/>
            <a:ext cx="992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40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ru-RU" sz="40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03649" y="567239"/>
            <a:ext cx="331934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Любов до справи, яку виконує</a:t>
            </a:r>
            <a:endParaRPr lang="ru-RU" sz="4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" name="Прямоугольник 1023"/>
          <p:cNvSpPr/>
          <p:nvPr/>
        </p:nvSpPr>
        <p:spPr>
          <a:xfrm>
            <a:off x="107504" y="153889"/>
            <a:ext cx="3507857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4000" b="1" dirty="0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_CampusGrav" pitchFamily="82" charset="-52"/>
              </a:rPr>
              <a:t>Модель </a:t>
            </a:r>
          </a:p>
          <a:p>
            <a:pPr algn="ctr"/>
            <a:r>
              <a:rPr lang="ru-RU" sz="4000" b="1" dirty="0" err="1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_CampusGrav" pitchFamily="82" charset="-52"/>
              </a:rPr>
              <a:t>успішної</a:t>
            </a:r>
            <a:r>
              <a:rPr lang="ru-RU" sz="4000" b="1" dirty="0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_CampusGrav" pitchFamily="82" charset="-52"/>
              </a:rPr>
              <a:t> </a:t>
            </a:r>
          </a:p>
          <a:p>
            <a:pPr algn="ctr"/>
            <a:r>
              <a:rPr lang="ru-RU" sz="4000" b="1" dirty="0" err="1" smtClean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_CampusGrav" pitchFamily="82" charset="-52"/>
              </a:rPr>
              <a:t>особистості</a:t>
            </a:r>
            <a:endParaRPr lang="ru-RU" sz="4000" b="1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_CampusGrav" pitchFamily="82" charset="-52"/>
            </a:endParaRPr>
          </a:p>
        </p:txBody>
      </p:sp>
      <p:pic>
        <p:nvPicPr>
          <p:cNvPr id="102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22" y="1961582"/>
            <a:ext cx="157811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741" y="3223644"/>
            <a:ext cx="1115958" cy="1992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628" y="3686967"/>
            <a:ext cx="1375409" cy="1030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360234" y="2092880"/>
            <a:ext cx="529210" cy="795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646" y="4932927"/>
            <a:ext cx="566997" cy="566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720" y="4932927"/>
            <a:ext cx="566997" cy="566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771" y="2666082"/>
            <a:ext cx="844623" cy="567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796" y="2695439"/>
            <a:ext cx="844623" cy="567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832" y="4009454"/>
            <a:ext cx="844623" cy="567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935" y="4045070"/>
            <a:ext cx="791594" cy="531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611" y="4794284"/>
            <a:ext cx="844623" cy="567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40541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/>
      <p:bldP spid="6" grpId="0"/>
      <p:bldP spid="7" grpId="0" build="allAtOnce"/>
      <p:bldP spid="8" grpId="0"/>
      <p:bldP spid="9" grpId="0"/>
      <p:bldP spid="9" grpId="1"/>
      <p:bldP spid="10" grpId="0"/>
      <p:bldP spid="11" grpId="0"/>
      <p:bldP spid="11" grpId="1"/>
      <p:bldP spid="2" grpId="0"/>
      <p:bldP spid="3" grpId="0"/>
      <p:bldP spid="3" grpId="1"/>
      <p:bldP spid="12" grpId="0"/>
      <p:bldP spid="13" grpId="0"/>
      <p:bldP spid="13" grpId="1"/>
      <p:bldP spid="14" grpId="0"/>
      <p:bldP spid="15" grpId="0"/>
      <p:bldP spid="15" grpId="1"/>
      <p:bldP spid="16" grpId="0"/>
      <p:bldP spid="17" grpId="0"/>
      <p:bldP spid="17" grpId="1"/>
      <p:bldP spid="18" grpId="0"/>
      <p:bldP spid="19" grpId="0"/>
      <p:bldP spid="19" grpId="1"/>
      <p:bldP spid="20" grpId="0"/>
      <p:bldP spid="21" grpId="0"/>
      <p:bldP spid="21" grpId="1"/>
      <p:bldP spid="22" grpId="0"/>
      <p:bldP spid="23" grpId="0"/>
      <p:bldP spid="23" grpId="1"/>
      <p:bldP spid="24" grpId="0"/>
      <p:bldP spid="25" grpId="0"/>
      <p:bldP spid="25" grpId="1"/>
      <p:bldP spid="26" grpId="0"/>
      <p:bldP spid="27" grpId="0"/>
      <p:bldP spid="27" grpId="1"/>
      <p:bldP spid="28" grpId="0"/>
      <p:bldP spid="29" grpId="0"/>
      <p:bldP spid="29" grpId="1"/>
      <p:bldP spid="30" grpId="0"/>
      <p:bldP spid="31" grpId="0"/>
      <p:bldP spid="3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080629912"/>
              </p:ext>
            </p:extLst>
          </p:nvPr>
        </p:nvGraphicFramePr>
        <p:xfrm>
          <a:off x="107504" y="260648"/>
          <a:ext cx="8784976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47262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Documents\Новая папка\фото музей\20130321_122517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62" y="260648"/>
            <a:ext cx="3240359" cy="243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ocuments\Новая папка\фото музей\20130321_122417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42" y="1628800"/>
            <a:ext cx="297633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ocuments\Новая папка\фото музей\20130321_12241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501008"/>
            <a:ext cx="3024336" cy="2268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:\Documents\Новая папка\111111\SAM_1049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55" y="3501008"/>
            <a:ext cx="2592287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Documents\Новая папка\111111\SAM_105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42" y="4300575"/>
            <a:ext cx="297633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D:\Documents\Новая папка\111111\SAM_1056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72362"/>
            <a:ext cx="2992216" cy="224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0124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7865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3600" b="1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ourier New"/>
              </a:rPr>
              <a:t>Оригінальні </a:t>
            </a:r>
            <a:r>
              <a:rPr lang="uk-UA" sz="36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Courier New"/>
              </a:rPr>
              <a:t>дитячі продукти творчої діяльності підкуповують свіжістю, безпосередністю, </a:t>
            </a:r>
            <a:r>
              <a:rPr lang="uk-UA" sz="3600" b="1" dirty="0" smtClean="0">
                <a:solidFill>
                  <a:schemeClr val="accent2">
                    <a:lumMod val="75000"/>
                  </a:schemeClr>
                </a:solidFill>
                <a:latin typeface="Times New Roman"/>
                <a:ea typeface="Courier New"/>
              </a:rPr>
              <a:t>яскравими образами.</a:t>
            </a:r>
          </a:p>
          <a:p>
            <a:pPr marL="0" indent="0" algn="r">
              <a:buNone/>
            </a:pPr>
            <a:endParaRPr lang="uk-UA" b="1" dirty="0" smtClean="0">
              <a:solidFill>
                <a:schemeClr val="accent2">
                  <a:lumMod val="75000"/>
                </a:schemeClr>
              </a:solidFill>
              <a:latin typeface="Times New Roman"/>
            </a:endParaRPr>
          </a:p>
          <a:p>
            <a:pPr marL="0" indent="0" algn="r">
              <a:buNone/>
            </a:pPr>
            <a:r>
              <a:rPr lang="uk-UA" b="1" dirty="0" smtClean="0">
                <a:solidFill>
                  <a:schemeClr val="accent2">
                    <a:lumMod val="75000"/>
                  </a:schemeClr>
                </a:solidFill>
                <a:latin typeface="Times New Roman"/>
              </a:rPr>
              <a:t>В.Сухомлинський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26" name="Picture 2" descr="D:\Documents\Новая папка\SAM_104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01" y="2132856"/>
            <a:ext cx="3862567" cy="289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Documents\Новая папка\SAM_104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517613"/>
            <a:ext cx="403244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79757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2147</TotalTime>
  <Words>509</Words>
  <Application>Microsoft Office PowerPoint</Application>
  <PresentationFormat>Экран (4:3)</PresentationFormat>
  <Paragraphs>114</Paragraphs>
  <Slides>23</Slides>
  <Notes>0</Notes>
  <HiddenSlides>0</HiddenSlides>
  <MMClips>1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Тема Office</vt:lpstr>
      <vt:lpstr>1_Тема Office</vt:lpstr>
      <vt:lpstr>2_Тема Office</vt:lpstr>
      <vt:lpstr>4_Тема Office</vt:lpstr>
      <vt:lpstr>Розвиток творчого потенціалу учнів як основна умова формування успішної особистості ХХІ століття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Інтелект успіху – це три аспекти мислення</vt:lpstr>
      <vt:lpstr>Творчий інтелект</vt:lpstr>
      <vt:lpstr>Аналітичний інтелект</vt:lpstr>
      <vt:lpstr>Практичний інтелект</vt:lpstr>
      <vt:lpstr>Презентация PowerPoint</vt:lpstr>
      <vt:lpstr>Презентация PowerPoint</vt:lpstr>
      <vt:lpstr>Розвивальна програма «Росток»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tanya</dc:creator>
  <cp:lastModifiedBy>Юля</cp:lastModifiedBy>
  <cp:revision>123</cp:revision>
  <dcterms:created xsi:type="dcterms:W3CDTF">2014-03-01T10:52:11Z</dcterms:created>
  <dcterms:modified xsi:type="dcterms:W3CDTF">2014-04-17T07:04:15Z</dcterms:modified>
</cp:coreProperties>
</file>